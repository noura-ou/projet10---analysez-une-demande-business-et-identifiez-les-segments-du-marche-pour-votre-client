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9" r:id="rId4"/>
    <p:sldId id="260" r:id="rId5"/>
    <p:sldId id="261" r:id="rId6"/>
    <p:sldId id="262" r:id="rId7"/>
    <p:sldId id="300" r:id="rId8"/>
    <p:sldId id="263" r:id="rId9"/>
    <p:sldId id="264" r:id="rId10"/>
    <p:sldId id="265" r:id="rId11"/>
    <p:sldId id="268" r:id="rId12"/>
    <p:sldId id="269" r:id="rId13"/>
    <p:sldId id="297" r:id="rId14"/>
    <p:sldId id="301" r:id="rId15"/>
    <p:sldId id="299" r:id="rId16"/>
    <p:sldId id="298" r:id="rId17"/>
    <p:sldId id="266" r:id="rId18"/>
    <p:sldId id="267" r:id="rId19"/>
    <p:sldId id="270" r:id="rId20"/>
    <p:sldId id="271" r:id="rId21"/>
  </p:sldIdLst>
  <p:sldSz cx="9144000" cy="5143500" type="screen16x9"/>
  <p:notesSz cx="6858000" cy="9144000"/>
  <p:embeddedFontLst>
    <p:embeddedFont>
      <p:font typeface="Dosis" pitchFamily="2" charset="0"/>
      <p:regular r:id="rId23"/>
      <p:bold r:id="rId24"/>
    </p:embeddedFont>
    <p:embeddedFont>
      <p:font typeface="Montserrat" panose="00000500000000000000" pitchFamily="2" charset="0"/>
      <p:regular r:id="rId25"/>
      <p:bold r:id="rId26"/>
      <p:italic r:id="rId27"/>
      <p:boldItalic r:id="rId28"/>
    </p:embeddedFont>
    <p:embeddedFont>
      <p:font typeface="Space Grotesk" panose="020B0604020202020204" charset="0"/>
      <p:regular r:id="rId29"/>
      <p:bold r:id="rId30"/>
    </p:embeddedFont>
    <p:embeddedFont>
      <p:font typeface="Space Grotesk Light" panose="020B0604020202020204" charset="0"/>
      <p:regular r:id="rId31"/>
      <p:bold r:id="rId32"/>
    </p:embeddedFont>
    <p:embeddedFont>
      <p:font typeface="Space Grotesk Medium" panose="020B0604020202020204" charset="0"/>
      <p:regular r:id="rId33"/>
      <p:bold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6" roundtripDataSignature="AMtx7mjdhnSw0mXkQg9u0bc1nEdsQBftp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272DF2-5866-4BD9-90D9-472611E76D45}">
  <a:tblStyle styleId="{40272DF2-5866-4BD9-90D9-472611E76D45}"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115" autoAdjust="0"/>
    <p:restoredTop sz="89928" autoAdjust="0"/>
  </p:normalViewPr>
  <p:slideViewPr>
    <p:cSldViewPr snapToGrid="0">
      <p:cViewPr varScale="1">
        <p:scale>
          <a:sx n="129" d="100"/>
          <a:sy n="129" d="100"/>
        </p:scale>
        <p:origin x="918"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font" Target="fonts/font12.fntdata"/><Relationship Id="rId68"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6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66"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69"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6"/>
        <p:cNvGrpSpPr/>
        <p:nvPr/>
      </p:nvGrpSpPr>
      <p:grpSpPr>
        <a:xfrm>
          <a:off x="0" y="0"/>
          <a:ext cx="0" cy="0"/>
          <a:chOff x="0" y="0"/>
          <a:chExt cx="0" cy="0"/>
        </a:xfrm>
      </p:grpSpPr>
      <p:sp>
        <p:nvSpPr>
          <p:cNvPr id="2227" name="Google Shape;222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8" name="Google Shape;222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2"/>
        <p:cNvGrpSpPr/>
        <p:nvPr/>
      </p:nvGrpSpPr>
      <p:grpSpPr>
        <a:xfrm>
          <a:off x="0" y="0"/>
          <a:ext cx="0" cy="0"/>
          <a:chOff x="0" y="0"/>
          <a:chExt cx="0" cy="0"/>
        </a:xfrm>
      </p:grpSpPr>
      <p:sp>
        <p:nvSpPr>
          <p:cNvPr id="2233" name="Google Shape;223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34" name="Google Shape;223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5"/>
        <p:cNvGrpSpPr/>
        <p:nvPr/>
      </p:nvGrpSpPr>
      <p:grpSpPr>
        <a:xfrm>
          <a:off x="0" y="0"/>
          <a:ext cx="0" cy="0"/>
          <a:chOff x="0" y="0"/>
          <a:chExt cx="0" cy="0"/>
        </a:xfrm>
      </p:grpSpPr>
      <p:sp>
        <p:nvSpPr>
          <p:cNvPr id="2256" name="Google Shape;225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57" name="Google Shape;225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1"/>
        <p:cNvGrpSpPr/>
        <p:nvPr/>
      </p:nvGrpSpPr>
      <p:grpSpPr>
        <a:xfrm>
          <a:off x="0" y="0"/>
          <a:ext cx="0" cy="0"/>
          <a:chOff x="0" y="0"/>
          <a:chExt cx="0" cy="0"/>
        </a:xfrm>
      </p:grpSpPr>
      <p:sp>
        <p:nvSpPr>
          <p:cNvPr id="2262" name="Google Shape;226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63" name="Google Shape;226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7"/>
        <p:cNvGrpSpPr/>
        <p:nvPr/>
      </p:nvGrpSpPr>
      <p:grpSpPr>
        <a:xfrm>
          <a:off x="0" y="0"/>
          <a:ext cx="0" cy="0"/>
          <a:chOff x="0" y="0"/>
          <a:chExt cx="0" cy="0"/>
        </a:xfrm>
      </p:grpSpPr>
      <p:sp>
        <p:nvSpPr>
          <p:cNvPr id="2268" name="Google Shape;226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69" name="Google Shape;2269;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3"/>
        <p:cNvGrpSpPr/>
        <p:nvPr/>
      </p:nvGrpSpPr>
      <p:grpSpPr>
        <a:xfrm>
          <a:off x="0" y="0"/>
          <a:ext cx="0" cy="0"/>
          <a:chOff x="0" y="0"/>
          <a:chExt cx="0" cy="0"/>
        </a:xfrm>
      </p:grpSpPr>
      <p:sp>
        <p:nvSpPr>
          <p:cNvPr id="2274" name="Google Shape;227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75" name="Google Shape;227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7">
          <a:extLst>
            <a:ext uri="{FF2B5EF4-FFF2-40B4-BE49-F238E27FC236}">
              <a16:creationId xmlns:a16="http://schemas.microsoft.com/office/drawing/2014/main" id="{86D40AF3-1520-3F7C-5D57-5F783B1A8B31}"/>
            </a:ext>
          </a:extLst>
        </p:cNvPr>
        <p:cNvGrpSpPr/>
        <p:nvPr/>
      </p:nvGrpSpPr>
      <p:grpSpPr>
        <a:xfrm>
          <a:off x="0" y="0"/>
          <a:ext cx="0" cy="0"/>
          <a:chOff x="0" y="0"/>
          <a:chExt cx="0" cy="0"/>
        </a:xfrm>
      </p:grpSpPr>
      <p:sp>
        <p:nvSpPr>
          <p:cNvPr id="2268" name="Google Shape;2268;p6:notes">
            <a:extLst>
              <a:ext uri="{FF2B5EF4-FFF2-40B4-BE49-F238E27FC236}">
                <a16:creationId xmlns:a16="http://schemas.microsoft.com/office/drawing/2014/main" id="{9C5664FA-F753-0833-7BEC-F2DCD189E3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69" name="Google Shape;2269;p6:notes">
            <a:extLst>
              <a:ext uri="{FF2B5EF4-FFF2-40B4-BE49-F238E27FC236}">
                <a16:creationId xmlns:a16="http://schemas.microsoft.com/office/drawing/2014/main" id="{1A4D3D4B-D1ED-22B7-9290-C422C1D19E8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341187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0"/>
        <p:cNvGrpSpPr/>
        <p:nvPr/>
      </p:nvGrpSpPr>
      <p:grpSpPr>
        <a:xfrm>
          <a:off x="0" y="0"/>
          <a:ext cx="0" cy="0"/>
          <a:chOff x="0" y="0"/>
          <a:chExt cx="0" cy="0"/>
        </a:xfrm>
      </p:grpSpPr>
      <p:sp>
        <p:nvSpPr>
          <p:cNvPr id="2291" name="Google Shape;229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92" name="Google Shape;229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6"/>
        <p:cNvGrpSpPr/>
        <p:nvPr/>
      </p:nvGrpSpPr>
      <p:grpSpPr>
        <a:xfrm>
          <a:off x="0" y="0"/>
          <a:ext cx="0" cy="0"/>
          <a:chOff x="0" y="0"/>
          <a:chExt cx="0" cy="0"/>
        </a:xfrm>
      </p:grpSpPr>
      <p:sp>
        <p:nvSpPr>
          <p:cNvPr id="2317" name="Google Shape;231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18" name="Google Shape;2318;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2"/>
        <p:cNvGrpSpPr/>
        <p:nvPr/>
      </p:nvGrpSpPr>
      <p:grpSpPr>
        <a:xfrm>
          <a:off x="0" y="0"/>
          <a:ext cx="0" cy="0"/>
          <a:chOff x="0" y="0"/>
          <a:chExt cx="0" cy="0"/>
        </a:xfrm>
      </p:grpSpPr>
      <p:sp>
        <p:nvSpPr>
          <p:cNvPr id="2323" name="Google Shape;232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4" name="Google Shape;2324;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0"/>
        <p:cNvGrpSpPr/>
        <p:nvPr/>
      </p:nvGrpSpPr>
      <p:grpSpPr>
        <a:xfrm>
          <a:off x="0" y="0"/>
          <a:ext cx="0" cy="0"/>
          <a:chOff x="0" y="0"/>
          <a:chExt cx="0" cy="0"/>
        </a:xfrm>
      </p:grpSpPr>
      <p:sp>
        <p:nvSpPr>
          <p:cNvPr id="2341" name="Google Shape;23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42" name="Google Shape;2342;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6"/>
        <p:cNvGrpSpPr/>
        <p:nvPr/>
      </p:nvGrpSpPr>
      <p:grpSpPr>
        <a:xfrm>
          <a:off x="0" y="0"/>
          <a:ext cx="0" cy="0"/>
          <a:chOff x="0" y="0"/>
          <a:chExt cx="0" cy="0"/>
        </a:xfrm>
      </p:grpSpPr>
      <p:sp>
        <p:nvSpPr>
          <p:cNvPr id="2347" name="Google Shape;234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48" name="Google Shape;2348;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Diff entre action et aventure ?</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35747690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fr-FR" dirty="0"/>
              <a:t>Ciblé cette tranche d’âge</a:t>
            </a:r>
          </a:p>
        </p:txBody>
      </p:sp>
    </p:spTree>
    <p:extLst>
      <p:ext uri="{BB962C8B-B14F-4D97-AF65-F5344CB8AC3E}">
        <p14:creationId xmlns:p14="http://schemas.microsoft.com/office/powerpoint/2010/main" val="38711282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8"/>
        <p:cNvGrpSpPr/>
        <p:nvPr/>
      </p:nvGrpSpPr>
      <p:grpSpPr>
        <a:xfrm>
          <a:off x="0" y="0"/>
          <a:ext cx="0" cy="0"/>
          <a:chOff x="0" y="0"/>
          <a:chExt cx="0" cy="0"/>
        </a:xfrm>
      </p:grpSpPr>
      <p:sp>
        <p:nvSpPr>
          <p:cNvPr id="2329" name="Google Shape;232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30" name="Google Shape;2330;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4"/>
        <p:cNvGrpSpPr/>
        <p:nvPr/>
      </p:nvGrpSpPr>
      <p:grpSpPr>
        <a:xfrm>
          <a:off x="0" y="0"/>
          <a:ext cx="0" cy="0"/>
          <a:chOff x="0" y="0"/>
          <a:chExt cx="0" cy="0"/>
        </a:xfrm>
      </p:grpSpPr>
      <p:sp>
        <p:nvSpPr>
          <p:cNvPr id="2335" name="Google Shape;233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36" name="Google Shape;2336;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fr-FR" dirty="0"/>
              <a:t>Plus de détails ; l</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2"/>
        <p:cNvGrpSpPr/>
        <p:nvPr/>
      </p:nvGrpSpPr>
      <p:grpSpPr>
        <a:xfrm>
          <a:off x="0" y="0"/>
          <a:ext cx="0" cy="0"/>
          <a:chOff x="0" y="0"/>
          <a:chExt cx="0" cy="0"/>
        </a:xfrm>
      </p:grpSpPr>
      <p:sp>
        <p:nvSpPr>
          <p:cNvPr id="2353" name="Google Shape;235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54" name="Google Shape;2354;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8"/>
        <p:cNvGrpSpPr/>
        <p:nvPr/>
      </p:nvGrpSpPr>
      <p:grpSpPr>
        <a:xfrm>
          <a:off x="0" y="0"/>
          <a:ext cx="0" cy="0"/>
          <a:chOff x="0" y="0"/>
          <a:chExt cx="0" cy="0"/>
        </a:xfrm>
      </p:grpSpPr>
      <p:sp>
        <p:nvSpPr>
          <p:cNvPr id="2359" name="Google Shape;235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60" name="Google Shape;2360;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43"/>
          <p:cNvSpPr txBox="1">
            <a:spLocks noGrp="1"/>
          </p:cNvSpPr>
          <p:nvPr>
            <p:ph type="ctrTitle"/>
          </p:nvPr>
        </p:nvSpPr>
        <p:spPr>
          <a:xfrm>
            <a:off x="682500" y="614500"/>
            <a:ext cx="5200800" cy="3078300"/>
          </a:xfrm>
          <a:prstGeom prst="rect">
            <a:avLst/>
          </a:prstGeom>
          <a:noFill/>
          <a:ln>
            <a:noFill/>
          </a:ln>
        </p:spPr>
        <p:txBody>
          <a:bodyPr spcFirstLastPara="1" wrap="square" lIns="91425" tIns="91425" rIns="91425" bIns="91425" anchor="ctr" anchorCtr="0">
            <a:noAutofit/>
          </a:bodyPr>
          <a:lstStyle>
            <a:lvl1pPr lvl="0" algn="l">
              <a:lnSpc>
                <a:spcPct val="80000"/>
              </a:lnSpc>
              <a:spcBef>
                <a:spcPts val="0"/>
              </a:spcBef>
              <a:spcAft>
                <a:spcPts val="0"/>
              </a:spcAft>
              <a:buSzPts val="5200"/>
              <a:buNone/>
              <a:defRPr sz="4900">
                <a:solidFill>
                  <a:schemeClr val="lt1"/>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0" name="Google Shape;10;p43"/>
          <p:cNvSpPr txBox="1">
            <a:spLocks noGrp="1"/>
          </p:cNvSpPr>
          <p:nvPr>
            <p:ph type="subTitle" idx="1"/>
          </p:nvPr>
        </p:nvSpPr>
        <p:spPr>
          <a:xfrm>
            <a:off x="682500" y="3886250"/>
            <a:ext cx="3808500" cy="442200"/>
          </a:xfrm>
          <a:prstGeom prst="rect">
            <a:avLst/>
          </a:prstGeom>
          <a:solidFill>
            <a:srgbClr val="00FF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1600" b="1">
                <a:solidFill>
                  <a:schemeClr val="dk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43"/>
          <p:cNvSpPr/>
          <p:nvPr/>
        </p:nvSpPr>
        <p:spPr>
          <a:xfrm>
            <a:off x="5993880" y="9148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43"/>
          <p:cNvSpPr/>
          <p:nvPr/>
        </p:nvSpPr>
        <p:spPr>
          <a:xfrm>
            <a:off x="7667336" y="2762105"/>
            <a:ext cx="849376" cy="851911"/>
          </a:xfrm>
          <a:custGeom>
            <a:avLst/>
            <a:gdLst/>
            <a:ahLst/>
            <a:cxnLst/>
            <a:rect l="l" t="t" r="r" b="b"/>
            <a:pathLst>
              <a:path w="6031" h="6049" extrusionOk="0">
                <a:moveTo>
                  <a:pt x="3015" y="0"/>
                </a:moveTo>
                <a:lnTo>
                  <a:pt x="0" y="3034"/>
                </a:lnTo>
                <a:lnTo>
                  <a:pt x="3015" y="6049"/>
                </a:lnTo>
                <a:lnTo>
                  <a:pt x="6030" y="3034"/>
                </a:lnTo>
                <a:lnTo>
                  <a:pt x="3015"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43"/>
          <p:cNvSpPr/>
          <p:nvPr/>
        </p:nvSpPr>
        <p:spPr>
          <a:xfrm>
            <a:off x="6928114" y="1582609"/>
            <a:ext cx="912329" cy="912329"/>
          </a:xfrm>
          <a:custGeom>
            <a:avLst/>
            <a:gdLst/>
            <a:ahLst/>
            <a:cxnLst/>
            <a:rect l="l" t="t" r="r" b="b"/>
            <a:pathLst>
              <a:path w="6478" h="6478" extrusionOk="0">
                <a:moveTo>
                  <a:pt x="447" y="3239"/>
                </a:moveTo>
                <a:lnTo>
                  <a:pt x="3239" y="6031"/>
                </a:lnTo>
                <a:lnTo>
                  <a:pt x="6031" y="3239"/>
                </a:lnTo>
                <a:lnTo>
                  <a:pt x="3239" y="429"/>
                </a:lnTo>
                <a:close/>
                <a:moveTo>
                  <a:pt x="3239" y="6477"/>
                </a:moveTo>
                <a:lnTo>
                  <a:pt x="1" y="3239"/>
                </a:lnTo>
                <a:lnTo>
                  <a:pt x="3239" y="1"/>
                </a:lnTo>
                <a:lnTo>
                  <a:pt x="6477" y="3239"/>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43"/>
          <p:cNvSpPr/>
          <p:nvPr/>
        </p:nvSpPr>
        <p:spPr>
          <a:xfrm>
            <a:off x="7795777" y="2890545"/>
            <a:ext cx="592493" cy="595169"/>
          </a:xfrm>
          <a:custGeom>
            <a:avLst/>
            <a:gdLst/>
            <a:ahLst/>
            <a:cxnLst/>
            <a:rect l="l" t="t" r="r" b="b"/>
            <a:pathLst>
              <a:path w="4207" h="4226" extrusionOk="0">
                <a:moveTo>
                  <a:pt x="428" y="2122"/>
                </a:moveTo>
                <a:lnTo>
                  <a:pt x="2103" y="3778"/>
                </a:lnTo>
                <a:lnTo>
                  <a:pt x="3778" y="2122"/>
                </a:lnTo>
                <a:lnTo>
                  <a:pt x="2103" y="447"/>
                </a:lnTo>
                <a:close/>
                <a:moveTo>
                  <a:pt x="2103" y="4225"/>
                </a:moveTo>
                <a:lnTo>
                  <a:pt x="0" y="2122"/>
                </a:lnTo>
                <a:lnTo>
                  <a:pt x="2103" y="0"/>
                </a:lnTo>
                <a:lnTo>
                  <a:pt x="4206" y="2122"/>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43"/>
          <p:cNvSpPr/>
          <p:nvPr/>
        </p:nvSpPr>
        <p:spPr>
          <a:xfrm>
            <a:off x="7109071" y="2397768"/>
            <a:ext cx="2676" cy="91824"/>
          </a:xfrm>
          <a:custGeom>
            <a:avLst/>
            <a:gdLst/>
            <a:ahLst/>
            <a:cxnLst/>
            <a:rect l="l" t="t" r="r" b="b"/>
            <a:pathLst>
              <a:path w="19" h="652" extrusionOk="0">
                <a:moveTo>
                  <a:pt x="19" y="1"/>
                </a:moveTo>
                <a:lnTo>
                  <a:pt x="0" y="19"/>
                </a:lnTo>
                <a:lnTo>
                  <a:pt x="0" y="633"/>
                </a:lnTo>
                <a:lnTo>
                  <a:pt x="19" y="652"/>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43"/>
          <p:cNvSpPr/>
          <p:nvPr/>
        </p:nvSpPr>
        <p:spPr>
          <a:xfrm>
            <a:off x="7111606" y="2395092"/>
            <a:ext cx="2817" cy="97176"/>
          </a:xfrm>
          <a:custGeom>
            <a:avLst/>
            <a:gdLst/>
            <a:ahLst/>
            <a:cxnLst/>
            <a:rect l="l" t="t" r="r" b="b"/>
            <a:pathLst>
              <a:path w="20" h="690" extrusionOk="0">
                <a:moveTo>
                  <a:pt x="19" y="1"/>
                </a:moveTo>
                <a:lnTo>
                  <a:pt x="1" y="20"/>
                </a:lnTo>
                <a:lnTo>
                  <a:pt x="1" y="671"/>
                </a:lnTo>
                <a:lnTo>
                  <a:pt x="19" y="690"/>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43"/>
          <p:cNvSpPr/>
          <p:nvPr/>
        </p:nvSpPr>
        <p:spPr>
          <a:xfrm>
            <a:off x="7114282" y="2392557"/>
            <a:ext cx="2676" cy="102387"/>
          </a:xfrm>
          <a:custGeom>
            <a:avLst/>
            <a:gdLst/>
            <a:ahLst/>
            <a:cxnLst/>
            <a:rect l="l" t="t" r="r" b="b"/>
            <a:pathLst>
              <a:path w="19" h="727" extrusionOk="0">
                <a:moveTo>
                  <a:pt x="19" y="0"/>
                </a:moveTo>
                <a:lnTo>
                  <a:pt x="0" y="19"/>
                </a:lnTo>
                <a:lnTo>
                  <a:pt x="0" y="708"/>
                </a:lnTo>
                <a:lnTo>
                  <a:pt x="19" y="726"/>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43"/>
          <p:cNvSpPr/>
          <p:nvPr/>
        </p:nvSpPr>
        <p:spPr>
          <a:xfrm>
            <a:off x="7116817" y="2387346"/>
            <a:ext cx="2817" cy="110133"/>
          </a:xfrm>
          <a:custGeom>
            <a:avLst/>
            <a:gdLst/>
            <a:ahLst/>
            <a:cxnLst/>
            <a:rect l="l" t="t" r="r" b="b"/>
            <a:pathLst>
              <a:path w="20" h="782" extrusionOk="0">
                <a:moveTo>
                  <a:pt x="20" y="0"/>
                </a:moveTo>
                <a:lnTo>
                  <a:pt x="1" y="37"/>
                </a:lnTo>
                <a:lnTo>
                  <a:pt x="1" y="763"/>
                </a:lnTo>
                <a:lnTo>
                  <a:pt x="20" y="782"/>
                </a:lnTo>
                <a:lnTo>
                  <a:pt x="2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43"/>
          <p:cNvSpPr/>
          <p:nvPr/>
        </p:nvSpPr>
        <p:spPr>
          <a:xfrm>
            <a:off x="7119493" y="2384671"/>
            <a:ext cx="2817" cy="118020"/>
          </a:xfrm>
          <a:custGeom>
            <a:avLst/>
            <a:gdLst/>
            <a:ahLst/>
            <a:cxnLst/>
            <a:rect l="l" t="t" r="r" b="b"/>
            <a:pathLst>
              <a:path w="20" h="838" extrusionOk="0">
                <a:moveTo>
                  <a:pt x="19" y="1"/>
                </a:moveTo>
                <a:lnTo>
                  <a:pt x="1" y="19"/>
                </a:lnTo>
                <a:lnTo>
                  <a:pt x="1" y="801"/>
                </a:lnTo>
                <a:lnTo>
                  <a:pt x="19" y="838"/>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43"/>
          <p:cNvSpPr/>
          <p:nvPr/>
        </p:nvSpPr>
        <p:spPr>
          <a:xfrm>
            <a:off x="7127379" y="2379460"/>
            <a:ext cx="2676" cy="128582"/>
          </a:xfrm>
          <a:custGeom>
            <a:avLst/>
            <a:gdLst/>
            <a:ahLst/>
            <a:cxnLst/>
            <a:rect l="l" t="t" r="r" b="b"/>
            <a:pathLst>
              <a:path w="19" h="913" extrusionOk="0">
                <a:moveTo>
                  <a:pt x="19" y="0"/>
                </a:moveTo>
                <a:lnTo>
                  <a:pt x="0" y="19"/>
                </a:lnTo>
                <a:lnTo>
                  <a:pt x="0" y="894"/>
                </a:lnTo>
                <a:lnTo>
                  <a:pt x="19" y="912"/>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43"/>
          <p:cNvSpPr/>
          <p:nvPr/>
        </p:nvSpPr>
        <p:spPr>
          <a:xfrm>
            <a:off x="7129914" y="2376784"/>
            <a:ext cx="2817" cy="133793"/>
          </a:xfrm>
          <a:custGeom>
            <a:avLst/>
            <a:gdLst/>
            <a:ahLst/>
            <a:cxnLst/>
            <a:rect l="l" t="t" r="r" b="b"/>
            <a:pathLst>
              <a:path w="20" h="950" extrusionOk="0">
                <a:moveTo>
                  <a:pt x="20" y="1"/>
                </a:moveTo>
                <a:lnTo>
                  <a:pt x="1" y="19"/>
                </a:lnTo>
                <a:lnTo>
                  <a:pt x="1" y="931"/>
                </a:lnTo>
                <a:lnTo>
                  <a:pt x="20" y="950"/>
                </a:lnTo>
                <a:lnTo>
                  <a:pt x="2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43"/>
          <p:cNvSpPr/>
          <p:nvPr/>
        </p:nvSpPr>
        <p:spPr>
          <a:xfrm>
            <a:off x="7132590" y="2374249"/>
            <a:ext cx="2817" cy="139004"/>
          </a:xfrm>
          <a:custGeom>
            <a:avLst/>
            <a:gdLst/>
            <a:ahLst/>
            <a:cxnLst/>
            <a:rect l="l" t="t" r="r" b="b"/>
            <a:pathLst>
              <a:path w="20" h="987" extrusionOk="0">
                <a:moveTo>
                  <a:pt x="19" y="0"/>
                </a:moveTo>
                <a:lnTo>
                  <a:pt x="1" y="19"/>
                </a:lnTo>
                <a:lnTo>
                  <a:pt x="1" y="968"/>
                </a:lnTo>
                <a:lnTo>
                  <a:pt x="19" y="986"/>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43"/>
          <p:cNvSpPr/>
          <p:nvPr/>
        </p:nvSpPr>
        <p:spPr>
          <a:xfrm>
            <a:off x="7135266" y="2368897"/>
            <a:ext cx="2676" cy="147032"/>
          </a:xfrm>
          <a:custGeom>
            <a:avLst/>
            <a:gdLst/>
            <a:ahLst/>
            <a:cxnLst/>
            <a:rect l="l" t="t" r="r" b="b"/>
            <a:pathLst>
              <a:path w="19" h="1044" extrusionOk="0">
                <a:moveTo>
                  <a:pt x="19" y="1"/>
                </a:moveTo>
                <a:lnTo>
                  <a:pt x="0" y="38"/>
                </a:lnTo>
                <a:lnTo>
                  <a:pt x="0" y="1024"/>
                </a:lnTo>
                <a:lnTo>
                  <a:pt x="19" y="1043"/>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43"/>
          <p:cNvSpPr/>
          <p:nvPr/>
        </p:nvSpPr>
        <p:spPr>
          <a:xfrm>
            <a:off x="7137801" y="2366362"/>
            <a:ext cx="2817" cy="154778"/>
          </a:xfrm>
          <a:custGeom>
            <a:avLst/>
            <a:gdLst/>
            <a:ahLst/>
            <a:cxnLst/>
            <a:rect l="l" t="t" r="r" b="b"/>
            <a:pathLst>
              <a:path w="20" h="1099" extrusionOk="0">
                <a:moveTo>
                  <a:pt x="19" y="0"/>
                </a:moveTo>
                <a:lnTo>
                  <a:pt x="1" y="19"/>
                </a:lnTo>
                <a:lnTo>
                  <a:pt x="1" y="1061"/>
                </a:lnTo>
                <a:lnTo>
                  <a:pt x="19" y="1098"/>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43"/>
          <p:cNvSpPr/>
          <p:nvPr/>
        </p:nvSpPr>
        <p:spPr>
          <a:xfrm>
            <a:off x="7140477" y="2363686"/>
            <a:ext cx="5352" cy="159989"/>
          </a:xfrm>
          <a:custGeom>
            <a:avLst/>
            <a:gdLst/>
            <a:ahLst/>
            <a:cxnLst/>
            <a:rect l="l" t="t" r="r" b="b"/>
            <a:pathLst>
              <a:path w="38" h="1136" extrusionOk="0">
                <a:moveTo>
                  <a:pt x="38" y="1"/>
                </a:moveTo>
                <a:lnTo>
                  <a:pt x="0" y="19"/>
                </a:lnTo>
                <a:lnTo>
                  <a:pt x="0" y="1117"/>
                </a:lnTo>
                <a:lnTo>
                  <a:pt x="38" y="1136"/>
                </a:lnTo>
                <a:lnTo>
                  <a:pt x="38"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43"/>
          <p:cNvSpPr/>
          <p:nvPr/>
        </p:nvSpPr>
        <p:spPr>
          <a:xfrm>
            <a:off x="7145688" y="2361151"/>
            <a:ext cx="2817" cy="165199"/>
          </a:xfrm>
          <a:custGeom>
            <a:avLst/>
            <a:gdLst/>
            <a:ahLst/>
            <a:cxnLst/>
            <a:rect l="l" t="t" r="r" b="b"/>
            <a:pathLst>
              <a:path w="20" h="1173" extrusionOk="0">
                <a:moveTo>
                  <a:pt x="19" y="0"/>
                </a:moveTo>
                <a:lnTo>
                  <a:pt x="1" y="19"/>
                </a:lnTo>
                <a:lnTo>
                  <a:pt x="1" y="1154"/>
                </a:lnTo>
                <a:lnTo>
                  <a:pt x="19" y="1173"/>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43"/>
          <p:cNvSpPr/>
          <p:nvPr/>
        </p:nvSpPr>
        <p:spPr>
          <a:xfrm>
            <a:off x="7148364" y="2358475"/>
            <a:ext cx="2676" cy="170551"/>
          </a:xfrm>
          <a:custGeom>
            <a:avLst/>
            <a:gdLst/>
            <a:ahLst/>
            <a:cxnLst/>
            <a:rect l="l" t="t" r="r" b="b"/>
            <a:pathLst>
              <a:path w="19" h="1211" extrusionOk="0">
                <a:moveTo>
                  <a:pt x="19" y="0"/>
                </a:moveTo>
                <a:lnTo>
                  <a:pt x="0" y="19"/>
                </a:lnTo>
                <a:lnTo>
                  <a:pt x="0" y="1192"/>
                </a:lnTo>
                <a:lnTo>
                  <a:pt x="19" y="1210"/>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43"/>
          <p:cNvSpPr/>
          <p:nvPr/>
        </p:nvSpPr>
        <p:spPr>
          <a:xfrm>
            <a:off x="7150899" y="2355800"/>
            <a:ext cx="2817" cy="175762"/>
          </a:xfrm>
          <a:custGeom>
            <a:avLst/>
            <a:gdLst/>
            <a:ahLst/>
            <a:cxnLst/>
            <a:rect l="l" t="t" r="r" b="b"/>
            <a:pathLst>
              <a:path w="20" h="1248" extrusionOk="0">
                <a:moveTo>
                  <a:pt x="19" y="1"/>
                </a:moveTo>
                <a:lnTo>
                  <a:pt x="1" y="19"/>
                </a:lnTo>
                <a:lnTo>
                  <a:pt x="1" y="1229"/>
                </a:lnTo>
                <a:lnTo>
                  <a:pt x="19" y="1248"/>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9;p43"/>
          <p:cNvSpPr/>
          <p:nvPr/>
        </p:nvSpPr>
        <p:spPr>
          <a:xfrm>
            <a:off x="7153574" y="2350589"/>
            <a:ext cx="2817" cy="183649"/>
          </a:xfrm>
          <a:custGeom>
            <a:avLst/>
            <a:gdLst/>
            <a:ahLst/>
            <a:cxnLst/>
            <a:rect l="l" t="t" r="r" b="b"/>
            <a:pathLst>
              <a:path w="20" h="1304" extrusionOk="0">
                <a:moveTo>
                  <a:pt x="19" y="1"/>
                </a:moveTo>
                <a:lnTo>
                  <a:pt x="0" y="38"/>
                </a:lnTo>
                <a:lnTo>
                  <a:pt x="0" y="1285"/>
                </a:lnTo>
                <a:lnTo>
                  <a:pt x="19" y="1303"/>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43"/>
          <p:cNvSpPr/>
          <p:nvPr/>
        </p:nvSpPr>
        <p:spPr>
          <a:xfrm>
            <a:off x="7156250" y="2347913"/>
            <a:ext cx="2676" cy="191536"/>
          </a:xfrm>
          <a:custGeom>
            <a:avLst/>
            <a:gdLst/>
            <a:ahLst/>
            <a:cxnLst/>
            <a:rect l="l" t="t" r="r" b="b"/>
            <a:pathLst>
              <a:path w="19" h="1360" extrusionOk="0">
                <a:moveTo>
                  <a:pt x="19" y="1"/>
                </a:moveTo>
                <a:lnTo>
                  <a:pt x="0" y="20"/>
                </a:lnTo>
                <a:lnTo>
                  <a:pt x="0" y="1322"/>
                </a:lnTo>
                <a:lnTo>
                  <a:pt x="19" y="1360"/>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43"/>
          <p:cNvSpPr/>
          <p:nvPr/>
        </p:nvSpPr>
        <p:spPr>
          <a:xfrm>
            <a:off x="7158785" y="2345378"/>
            <a:ext cx="5352" cy="196746"/>
          </a:xfrm>
          <a:custGeom>
            <a:avLst/>
            <a:gdLst/>
            <a:ahLst/>
            <a:cxnLst/>
            <a:rect l="l" t="t" r="r" b="b"/>
            <a:pathLst>
              <a:path w="38" h="1397" extrusionOk="0">
                <a:moveTo>
                  <a:pt x="38" y="0"/>
                </a:moveTo>
                <a:lnTo>
                  <a:pt x="1" y="19"/>
                </a:lnTo>
                <a:lnTo>
                  <a:pt x="1" y="1378"/>
                </a:lnTo>
                <a:lnTo>
                  <a:pt x="38" y="1396"/>
                </a:lnTo>
                <a:lnTo>
                  <a:pt x="38"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43"/>
          <p:cNvSpPr/>
          <p:nvPr/>
        </p:nvSpPr>
        <p:spPr>
          <a:xfrm>
            <a:off x="7163996" y="2342702"/>
            <a:ext cx="2817" cy="201957"/>
          </a:xfrm>
          <a:custGeom>
            <a:avLst/>
            <a:gdLst/>
            <a:ahLst/>
            <a:cxnLst/>
            <a:rect l="l" t="t" r="r" b="b"/>
            <a:pathLst>
              <a:path w="20" h="1434" extrusionOk="0">
                <a:moveTo>
                  <a:pt x="20" y="1"/>
                </a:moveTo>
                <a:lnTo>
                  <a:pt x="1" y="19"/>
                </a:lnTo>
                <a:lnTo>
                  <a:pt x="1" y="1415"/>
                </a:lnTo>
                <a:lnTo>
                  <a:pt x="20" y="1434"/>
                </a:lnTo>
                <a:lnTo>
                  <a:pt x="2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43"/>
          <p:cNvSpPr/>
          <p:nvPr/>
        </p:nvSpPr>
        <p:spPr>
          <a:xfrm>
            <a:off x="7166672" y="2340167"/>
            <a:ext cx="2817" cy="207168"/>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43"/>
          <p:cNvSpPr/>
          <p:nvPr/>
        </p:nvSpPr>
        <p:spPr>
          <a:xfrm>
            <a:off x="7169348" y="2337491"/>
            <a:ext cx="2676" cy="212379"/>
          </a:xfrm>
          <a:custGeom>
            <a:avLst/>
            <a:gdLst/>
            <a:ahLst/>
            <a:cxnLst/>
            <a:rect l="l" t="t" r="r" b="b"/>
            <a:pathLst>
              <a:path w="19" h="1508" extrusionOk="0">
                <a:moveTo>
                  <a:pt x="19" y="1"/>
                </a:moveTo>
                <a:lnTo>
                  <a:pt x="0" y="19"/>
                </a:lnTo>
                <a:lnTo>
                  <a:pt x="0" y="1489"/>
                </a:lnTo>
                <a:lnTo>
                  <a:pt x="19" y="1508"/>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43"/>
          <p:cNvSpPr/>
          <p:nvPr/>
        </p:nvSpPr>
        <p:spPr>
          <a:xfrm>
            <a:off x="7171883" y="2332280"/>
            <a:ext cx="2817" cy="220266"/>
          </a:xfrm>
          <a:custGeom>
            <a:avLst/>
            <a:gdLst/>
            <a:ahLst/>
            <a:cxnLst/>
            <a:rect l="l" t="t" r="r" b="b"/>
            <a:pathLst>
              <a:path w="20" h="1564" extrusionOk="0">
                <a:moveTo>
                  <a:pt x="19" y="0"/>
                </a:moveTo>
                <a:lnTo>
                  <a:pt x="1" y="38"/>
                </a:lnTo>
                <a:lnTo>
                  <a:pt x="1" y="1545"/>
                </a:lnTo>
                <a:lnTo>
                  <a:pt x="19" y="1564"/>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43"/>
          <p:cNvSpPr/>
          <p:nvPr/>
        </p:nvSpPr>
        <p:spPr>
          <a:xfrm>
            <a:off x="7174559" y="2329605"/>
            <a:ext cx="2676" cy="228153"/>
          </a:xfrm>
          <a:custGeom>
            <a:avLst/>
            <a:gdLst/>
            <a:ahLst/>
            <a:cxnLst/>
            <a:rect l="l" t="t" r="r" b="b"/>
            <a:pathLst>
              <a:path w="19" h="1620" extrusionOk="0">
                <a:moveTo>
                  <a:pt x="19" y="1"/>
                </a:moveTo>
                <a:lnTo>
                  <a:pt x="0" y="19"/>
                </a:lnTo>
                <a:lnTo>
                  <a:pt x="0" y="1583"/>
                </a:lnTo>
                <a:lnTo>
                  <a:pt x="19" y="1620"/>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43"/>
          <p:cNvSpPr/>
          <p:nvPr/>
        </p:nvSpPr>
        <p:spPr>
          <a:xfrm>
            <a:off x="7182445" y="2324394"/>
            <a:ext cx="2676" cy="238715"/>
          </a:xfrm>
          <a:custGeom>
            <a:avLst/>
            <a:gdLst/>
            <a:ahLst/>
            <a:cxnLst/>
            <a:rect l="l" t="t" r="r" b="b"/>
            <a:pathLst>
              <a:path w="19" h="1695" extrusionOk="0">
                <a:moveTo>
                  <a:pt x="19" y="0"/>
                </a:moveTo>
                <a:lnTo>
                  <a:pt x="0" y="19"/>
                </a:lnTo>
                <a:lnTo>
                  <a:pt x="0" y="1675"/>
                </a:lnTo>
                <a:lnTo>
                  <a:pt x="19" y="1694"/>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 name="Google Shape;38;p43"/>
          <p:cNvSpPr/>
          <p:nvPr/>
        </p:nvSpPr>
        <p:spPr>
          <a:xfrm>
            <a:off x="7184980" y="2321718"/>
            <a:ext cx="2817" cy="243926"/>
          </a:xfrm>
          <a:custGeom>
            <a:avLst/>
            <a:gdLst/>
            <a:ahLst/>
            <a:cxnLst/>
            <a:rect l="l" t="t" r="r" b="b"/>
            <a:pathLst>
              <a:path w="20" h="1732" extrusionOk="0">
                <a:moveTo>
                  <a:pt x="19" y="1"/>
                </a:moveTo>
                <a:lnTo>
                  <a:pt x="1" y="19"/>
                </a:lnTo>
                <a:lnTo>
                  <a:pt x="1" y="1713"/>
                </a:lnTo>
                <a:lnTo>
                  <a:pt x="19" y="1732"/>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43"/>
          <p:cNvSpPr/>
          <p:nvPr/>
        </p:nvSpPr>
        <p:spPr>
          <a:xfrm>
            <a:off x="7187656" y="2319183"/>
            <a:ext cx="2676" cy="249137"/>
          </a:xfrm>
          <a:custGeom>
            <a:avLst/>
            <a:gdLst/>
            <a:ahLst/>
            <a:cxnLst/>
            <a:rect l="l" t="t" r="r" b="b"/>
            <a:pathLst>
              <a:path w="19" h="1769" extrusionOk="0">
                <a:moveTo>
                  <a:pt x="19" y="0"/>
                </a:moveTo>
                <a:lnTo>
                  <a:pt x="0" y="19"/>
                </a:lnTo>
                <a:lnTo>
                  <a:pt x="0" y="1750"/>
                </a:lnTo>
                <a:lnTo>
                  <a:pt x="19" y="1768"/>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43"/>
          <p:cNvSpPr/>
          <p:nvPr/>
        </p:nvSpPr>
        <p:spPr>
          <a:xfrm>
            <a:off x="7190332" y="2313972"/>
            <a:ext cx="2676" cy="256883"/>
          </a:xfrm>
          <a:custGeom>
            <a:avLst/>
            <a:gdLst/>
            <a:ahLst/>
            <a:cxnLst/>
            <a:rect l="l" t="t" r="r" b="b"/>
            <a:pathLst>
              <a:path w="19" h="1824" extrusionOk="0">
                <a:moveTo>
                  <a:pt x="19" y="0"/>
                </a:moveTo>
                <a:lnTo>
                  <a:pt x="0" y="37"/>
                </a:lnTo>
                <a:lnTo>
                  <a:pt x="0" y="1805"/>
                </a:lnTo>
                <a:lnTo>
                  <a:pt x="19" y="1824"/>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43"/>
          <p:cNvSpPr/>
          <p:nvPr/>
        </p:nvSpPr>
        <p:spPr>
          <a:xfrm>
            <a:off x="7192867" y="2311296"/>
            <a:ext cx="2817" cy="264911"/>
          </a:xfrm>
          <a:custGeom>
            <a:avLst/>
            <a:gdLst/>
            <a:ahLst/>
            <a:cxnLst/>
            <a:rect l="l" t="t" r="r" b="b"/>
            <a:pathLst>
              <a:path w="20" h="1881" extrusionOk="0">
                <a:moveTo>
                  <a:pt x="19" y="0"/>
                </a:moveTo>
                <a:lnTo>
                  <a:pt x="1" y="19"/>
                </a:lnTo>
                <a:lnTo>
                  <a:pt x="1" y="1843"/>
                </a:lnTo>
                <a:lnTo>
                  <a:pt x="19" y="1880"/>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43"/>
          <p:cNvSpPr/>
          <p:nvPr/>
        </p:nvSpPr>
        <p:spPr>
          <a:xfrm>
            <a:off x="7195543" y="2308620"/>
            <a:ext cx="5352" cy="270122"/>
          </a:xfrm>
          <a:custGeom>
            <a:avLst/>
            <a:gdLst/>
            <a:ahLst/>
            <a:cxnLst/>
            <a:rect l="l" t="t" r="r" b="b"/>
            <a:pathLst>
              <a:path w="38" h="1918" extrusionOk="0">
                <a:moveTo>
                  <a:pt x="37" y="1"/>
                </a:moveTo>
                <a:lnTo>
                  <a:pt x="0" y="19"/>
                </a:lnTo>
                <a:lnTo>
                  <a:pt x="0" y="1899"/>
                </a:lnTo>
                <a:lnTo>
                  <a:pt x="37" y="1918"/>
                </a:lnTo>
                <a:lnTo>
                  <a:pt x="37"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43"/>
          <p:cNvSpPr/>
          <p:nvPr/>
        </p:nvSpPr>
        <p:spPr>
          <a:xfrm>
            <a:off x="7200754" y="2306085"/>
            <a:ext cx="2817" cy="275332"/>
          </a:xfrm>
          <a:custGeom>
            <a:avLst/>
            <a:gdLst/>
            <a:ahLst/>
            <a:cxnLst/>
            <a:rect l="l" t="t" r="r" b="b"/>
            <a:pathLst>
              <a:path w="20" h="1955" extrusionOk="0">
                <a:moveTo>
                  <a:pt x="19" y="0"/>
                </a:moveTo>
                <a:lnTo>
                  <a:pt x="0" y="19"/>
                </a:lnTo>
                <a:lnTo>
                  <a:pt x="0" y="1936"/>
                </a:lnTo>
                <a:lnTo>
                  <a:pt x="19" y="1954"/>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43"/>
          <p:cNvSpPr/>
          <p:nvPr/>
        </p:nvSpPr>
        <p:spPr>
          <a:xfrm>
            <a:off x="7203430" y="2303410"/>
            <a:ext cx="2676" cy="280543"/>
          </a:xfrm>
          <a:custGeom>
            <a:avLst/>
            <a:gdLst/>
            <a:ahLst/>
            <a:cxnLst/>
            <a:rect l="l" t="t" r="r" b="b"/>
            <a:pathLst>
              <a:path w="19" h="1992" extrusionOk="0">
                <a:moveTo>
                  <a:pt x="19" y="1"/>
                </a:moveTo>
                <a:lnTo>
                  <a:pt x="0" y="19"/>
                </a:lnTo>
                <a:lnTo>
                  <a:pt x="0" y="1973"/>
                </a:lnTo>
                <a:lnTo>
                  <a:pt x="19" y="1992"/>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43"/>
          <p:cNvSpPr/>
          <p:nvPr/>
        </p:nvSpPr>
        <p:spPr>
          <a:xfrm>
            <a:off x="7205965" y="2300734"/>
            <a:ext cx="2817" cy="285895"/>
          </a:xfrm>
          <a:custGeom>
            <a:avLst/>
            <a:gdLst/>
            <a:ahLst/>
            <a:cxnLst/>
            <a:rect l="l" t="t" r="r" b="b"/>
            <a:pathLst>
              <a:path w="20" h="2030" extrusionOk="0">
                <a:moveTo>
                  <a:pt x="19" y="1"/>
                </a:moveTo>
                <a:lnTo>
                  <a:pt x="1" y="20"/>
                </a:lnTo>
                <a:lnTo>
                  <a:pt x="1" y="2011"/>
                </a:lnTo>
                <a:lnTo>
                  <a:pt x="19" y="2030"/>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43"/>
          <p:cNvSpPr/>
          <p:nvPr/>
        </p:nvSpPr>
        <p:spPr>
          <a:xfrm>
            <a:off x="7208640" y="2295523"/>
            <a:ext cx="2676" cy="293782"/>
          </a:xfrm>
          <a:custGeom>
            <a:avLst/>
            <a:gdLst/>
            <a:ahLst/>
            <a:cxnLst/>
            <a:rect l="l" t="t" r="r" b="b"/>
            <a:pathLst>
              <a:path w="19" h="2086" extrusionOk="0">
                <a:moveTo>
                  <a:pt x="19" y="1"/>
                </a:moveTo>
                <a:lnTo>
                  <a:pt x="0" y="38"/>
                </a:lnTo>
                <a:lnTo>
                  <a:pt x="0" y="2067"/>
                </a:lnTo>
                <a:lnTo>
                  <a:pt x="19" y="2085"/>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43"/>
          <p:cNvSpPr/>
          <p:nvPr/>
        </p:nvSpPr>
        <p:spPr>
          <a:xfrm>
            <a:off x="7211175" y="2292988"/>
            <a:ext cx="2817" cy="301528"/>
          </a:xfrm>
          <a:custGeom>
            <a:avLst/>
            <a:gdLst/>
            <a:ahLst/>
            <a:cxnLst/>
            <a:rect l="l" t="t" r="r" b="b"/>
            <a:pathLst>
              <a:path w="20" h="2141" extrusionOk="0">
                <a:moveTo>
                  <a:pt x="20" y="0"/>
                </a:moveTo>
                <a:lnTo>
                  <a:pt x="1" y="19"/>
                </a:lnTo>
                <a:lnTo>
                  <a:pt x="1" y="2103"/>
                </a:lnTo>
                <a:lnTo>
                  <a:pt x="20" y="2140"/>
                </a:lnTo>
                <a:lnTo>
                  <a:pt x="2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p43"/>
          <p:cNvSpPr/>
          <p:nvPr/>
        </p:nvSpPr>
        <p:spPr>
          <a:xfrm>
            <a:off x="7219062" y="2287636"/>
            <a:ext cx="2817" cy="312090"/>
          </a:xfrm>
          <a:custGeom>
            <a:avLst/>
            <a:gdLst/>
            <a:ahLst/>
            <a:cxnLst/>
            <a:rect l="l" t="t" r="r" b="b"/>
            <a:pathLst>
              <a:path w="20" h="2216" extrusionOk="0">
                <a:moveTo>
                  <a:pt x="19" y="1"/>
                </a:moveTo>
                <a:lnTo>
                  <a:pt x="1" y="20"/>
                </a:lnTo>
                <a:lnTo>
                  <a:pt x="1" y="2197"/>
                </a:lnTo>
                <a:lnTo>
                  <a:pt x="19" y="2216"/>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43"/>
          <p:cNvSpPr/>
          <p:nvPr/>
        </p:nvSpPr>
        <p:spPr>
          <a:xfrm>
            <a:off x="7221738" y="2285101"/>
            <a:ext cx="2676" cy="317301"/>
          </a:xfrm>
          <a:custGeom>
            <a:avLst/>
            <a:gdLst/>
            <a:ahLst/>
            <a:cxnLst/>
            <a:rect l="l" t="t" r="r" b="b"/>
            <a:pathLst>
              <a:path w="19" h="2253" extrusionOk="0">
                <a:moveTo>
                  <a:pt x="19" y="0"/>
                </a:moveTo>
                <a:lnTo>
                  <a:pt x="0" y="19"/>
                </a:lnTo>
                <a:lnTo>
                  <a:pt x="0" y="2234"/>
                </a:lnTo>
                <a:lnTo>
                  <a:pt x="19" y="2252"/>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50;p43"/>
          <p:cNvSpPr/>
          <p:nvPr/>
        </p:nvSpPr>
        <p:spPr>
          <a:xfrm>
            <a:off x="7224273" y="2282425"/>
            <a:ext cx="2817" cy="322512"/>
          </a:xfrm>
          <a:custGeom>
            <a:avLst/>
            <a:gdLst/>
            <a:ahLst/>
            <a:cxnLst/>
            <a:rect l="l" t="t" r="r" b="b"/>
            <a:pathLst>
              <a:path w="20" h="2290" extrusionOk="0">
                <a:moveTo>
                  <a:pt x="20" y="1"/>
                </a:moveTo>
                <a:lnTo>
                  <a:pt x="1" y="19"/>
                </a:lnTo>
                <a:lnTo>
                  <a:pt x="1" y="2271"/>
                </a:lnTo>
                <a:lnTo>
                  <a:pt x="20" y="2290"/>
                </a:lnTo>
                <a:lnTo>
                  <a:pt x="2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43"/>
          <p:cNvSpPr/>
          <p:nvPr/>
        </p:nvSpPr>
        <p:spPr>
          <a:xfrm>
            <a:off x="7226949" y="2279890"/>
            <a:ext cx="2817" cy="327723"/>
          </a:xfrm>
          <a:custGeom>
            <a:avLst/>
            <a:gdLst/>
            <a:ahLst/>
            <a:cxnLst/>
            <a:rect l="l" t="t" r="r" b="b"/>
            <a:pathLst>
              <a:path w="20" h="2327" extrusionOk="0">
                <a:moveTo>
                  <a:pt x="19" y="0"/>
                </a:moveTo>
                <a:lnTo>
                  <a:pt x="1" y="19"/>
                </a:lnTo>
                <a:lnTo>
                  <a:pt x="1" y="2308"/>
                </a:lnTo>
                <a:lnTo>
                  <a:pt x="19" y="2326"/>
                </a:lnTo>
                <a:lnTo>
                  <a:pt x="19" y="2308"/>
                </a:lnTo>
                <a:lnTo>
                  <a:pt x="19" y="19"/>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43"/>
          <p:cNvSpPr/>
          <p:nvPr/>
        </p:nvSpPr>
        <p:spPr>
          <a:xfrm>
            <a:off x="7229625" y="2282425"/>
            <a:ext cx="2676" cy="322512"/>
          </a:xfrm>
          <a:custGeom>
            <a:avLst/>
            <a:gdLst/>
            <a:ahLst/>
            <a:cxnLst/>
            <a:rect l="l" t="t" r="r" b="b"/>
            <a:pathLst>
              <a:path w="19" h="2290" extrusionOk="0">
                <a:moveTo>
                  <a:pt x="0" y="1"/>
                </a:moveTo>
                <a:lnTo>
                  <a:pt x="0" y="2290"/>
                </a:lnTo>
                <a:lnTo>
                  <a:pt x="19" y="2271"/>
                </a:lnTo>
                <a:lnTo>
                  <a:pt x="19" y="19"/>
                </a:lnTo>
                <a:lnTo>
                  <a:pt x="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43"/>
          <p:cNvSpPr/>
          <p:nvPr/>
        </p:nvSpPr>
        <p:spPr>
          <a:xfrm>
            <a:off x="7232160" y="2285101"/>
            <a:ext cx="5352" cy="317301"/>
          </a:xfrm>
          <a:custGeom>
            <a:avLst/>
            <a:gdLst/>
            <a:ahLst/>
            <a:cxnLst/>
            <a:rect l="l" t="t" r="r" b="b"/>
            <a:pathLst>
              <a:path w="38" h="2253" extrusionOk="0">
                <a:moveTo>
                  <a:pt x="1" y="0"/>
                </a:moveTo>
                <a:lnTo>
                  <a:pt x="1" y="2252"/>
                </a:lnTo>
                <a:lnTo>
                  <a:pt x="38" y="2234"/>
                </a:lnTo>
                <a:lnTo>
                  <a:pt x="38" y="19"/>
                </a:lnTo>
                <a:lnTo>
                  <a:pt x="1"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43"/>
          <p:cNvSpPr/>
          <p:nvPr/>
        </p:nvSpPr>
        <p:spPr>
          <a:xfrm>
            <a:off x="7237511" y="2287636"/>
            <a:ext cx="2676" cy="312090"/>
          </a:xfrm>
          <a:custGeom>
            <a:avLst/>
            <a:gdLst/>
            <a:ahLst/>
            <a:cxnLst/>
            <a:rect l="l" t="t" r="r" b="b"/>
            <a:pathLst>
              <a:path w="19" h="2216" extrusionOk="0">
                <a:moveTo>
                  <a:pt x="0" y="1"/>
                </a:moveTo>
                <a:lnTo>
                  <a:pt x="0" y="2216"/>
                </a:lnTo>
                <a:lnTo>
                  <a:pt x="19" y="2197"/>
                </a:lnTo>
                <a:lnTo>
                  <a:pt x="19" y="20"/>
                </a:lnTo>
                <a:lnTo>
                  <a:pt x="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43"/>
          <p:cNvSpPr/>
          <p:nvPr/>
        </p:nvSpPr>
        <p:spPr>
          <a:xfrm>
            <a:off x="7240046" y="2290312"/>
            <a:ext cx="2817" cy="306739"/>
          </a:xfrm>
          <a:custGeom>
            <a:avLst/>
            <a:gdLst/>
            <a:ahLst/>
            <a:cxnLst/>
            <a:rect l="l" t="t" r="r" b="b"/>
            <a:pathLst>
              <a:path w="20" h="2178" extrusionOk="0">
                <a:moveTo>
                  <a:pt x="1" y="1"/>
                </a:moveTo>
                <a:lnTo>
                  <a:pt x="1" y="2178"/>
                </a:lnTo>
                <a:lnTo>
                  <a:pt x="19" y="2159"/>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43"/>
          <p:cNvSpPr/>
          <p:nvPr/>
        </p:nvSpPr>
        <p:spPr>
          <a:xfrm>
            <a:off x="7245257" y="2295523"/>
            <a:ext cx="2817" cy="293782"/>
          </a:xfrm>
          <a:custGeom>
            <a:avLst/>
            <a:gdLst/>
            <a:ahLst/>
            <a:cxnLst/>
            <a:rect l="l" t="t" r="r" b="b"/>
            <a:pathLst>
              <a:path w="20" h="2086" extrusionOk="0">
                <a:moveTo>
                  <a:pt x="1" y="1"/>
                </a:moveTo>
                <a:lnTo>
                  <a:pt x="1" y="2085"/>
                </a:lnTo>
                <a:lnTo>
                  <a:pt x="19" y="2067"/>
                </a:lnTo>
                <a:lnTo>
                  <a:pt x="19" y="38"/>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43"/>
          <p:cNvSpPr/>
          <p:nvPr/>
        </p:nvSpPr>
        <p:spPr>
          <a:xfrm>
            <a:off x="7253144" y="2303410"/>
            <a:ext cx="2817" cy="280543"/>
          </a:xfrm>
          <a:custGeom>
            <a:avLst/>
            <a:gdLst/>
            <a:ahLst/>
            <a:cxnLst/>
            <a:rect l="l" t="t" r="r" b="b"/>
            <a:pathLst>
              <a:path w="20" h="1992" extrusionOk="0">
                <a:moveTo>
                  <a:pt x="1" y="1"/>
                </a:moveTo>
                <a:lnTo>
                  <a:pt x="1" y="1992"/>
                </a:lnTo>
                <a:lnTo>
                  <a:pt x="19" y="1973"/>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43"/>
          <p:cNvSpPr/>
          <p:nvPr/>
        </p:nvSpPr>
        <p:spPr>
          <a:xfrm>
            <a:off x="7255820" y="2306085"/>
            <a:ext cx="2676" cy="275332"/>
          </a:xfrm>
          <a:custGeom>
            <a:avLst/>
            <a:gdLst/>
            <a:ahLst/>
            <a:cxnLst/>
            <a:rect l="l" t="t" r="r" b="b"/>
            <a:pathLst>
              <a:path w="19" h="1955" extrusionOk="0">
                <a:moveTo>
                  <a:pt x="0" y="0"/>
                </a:moveTo>
                <a:lnTo>
                  <a:pt x="0" y="1954"/>
                </a:lnTo>
                <a:lnTo>
                  <a:pt x="19" y="1936"/>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43"/>
          <p:cNvSpPr/>
          <p:nvPr/>
        </p:nvSpPr>
        <p:spPr>
          <a:xfrm>
            <a:off x="7258355" y="2308620"/>
            <a:ext cx="2817" cy="270122"/>
          </a:xfrm>
          <a:custGeom>
            <a:avLst/>
            <a:gdLst/>
            <a:ahLst/>
            <a:cxnLst/>
            <a:rect l="l" t="t" r="r" b="b"/>
            <a:pathLst>
              <a:path w="20" h="1918" extrusionOk="0">
                <a:moveTo>
                  <a:pt x="1" y="1"/>
                </a:moveTo>
                <a:lnTo>
                  <a:pt x="1" y="1918"/>
                </a:lnTo>
                <a:lnTo>
                  <a:pt x="19" y="1899"/>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43"/>
          <p:cNvSpPr/>
          <p:nvPr/>
        </p:nvSpPr>
        <p:spPr>
          <a:xfrm>
            <a:off x="7261031" y="2311296"/>
            <a:ext cx="2817" cy="264911"/>
          </a:xfrm>
          <a:custGeom>
            <a:avLst/>
            <a:gdLst/>
            <a:ahLst/>
            <a:cxnLst/>
            <a:rect l="l" t="t" r="r" b="b"/>
            <a:pathLst>
              <a:path w="20" h="1881" extrusionOk="0">
                <a:moveTo>
                  <a:pt x="0" y="0"/>
                </a:moveTo>
                <a:lnTo>
                  <a:pt x="0" y="1880"/>
                </a:lnTo>
                <a:lnTo>
                  <a:pt x="19" y="1843"/>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43"/>
          <p:cNvSpPr/>
          <p:nvPr/>
        </p:nvSpPr>
        <p:spPr>
          <a:xfrm>
            <a:off x="7263706" y="2313972"/>
            <a:ext cx="2676" cy="256883"/>
          </a:xfrm>
          <a:custGeom>
            <a:avLst/>
            <a:gdLst/>
            <a:ahLst/>
            <a:cxnLst/>
            <a:rect l="l" t="t" r="r" b="b"/>
            <a:pathLst>
              <a:path w="19" h="1824" extrusionOk="0">
                <a:moveTo>
                  <a:pt x="0" y="0"/>
                </a:moveTo>
                <a:lnTo>
                  <a:pt x="0" y="1824"/>
                </a:lnTo>
                <a:lnTo>
                  <a:pt x="19" y="1805"/>
                </a:lnTo>
                <a:lnTo>
                  <a:pt x="19" y="37"/>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43"/>
          <p:cNvSpPr/>
          <p:nvPr/>
        </p:nvSpPr>
        <p:spPr>
          <a:xfrm>
            <a:off x="7266241" y="2319183"/>
            <a:ext cx="5352" cy="249137"/>
          </a:xfrm>
          <a:custGeom>
            <a:avLst/>
            <a:gdLst/>
            <a:ahLst/>
            <a:cxnLst/>
            <a:rect l="l" t="t" r="r" b="b"/>
            <a:pathLst>
              <a:path w="38" h="1769" extrusionOk="0">
                <a:moveTo>
                  <a:pt x="1" y="0"/>
                </a:moveTo>
                <a:lnTo>
                  <a:pt x="1" y="1768"/>
                </a:lnTo>
                <a:lnTo>
                  <a:pt x="38" y="1750"/>
                </a:lnTo>
                <a:lnTo>
                  <a:pt x="38" y="19"/>
                </a:lnTo>
                <a:lnTo>
                  <a:pt x="1"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p43"/>
          <p:cNvSpPr/>
          <p:nvPr/>
        </p:nvSpPr>
        <p:spPr>
          <a:xfrm>
            <a:off x="7271452" y="2321718"/>
            <a:ext cx="2817" cy="243926"/>
          </a:xfrm>
          <a:custGeom>
            <a:avLst/>
            <a:gdLst/>
            <a:ahLst/>
            <a:cxnLst/>
            <a:rect l="l" t="t" r="r" b="b"/>
            <a:pathLst>
              <a:path w="20" h="1732" extrusionOk="0">
                <a:moveTo>
                  <a:pt x="1" y="1"/>
                </a:moveTo>
                <a:lnTo>
                  <a:pt x="1" y="1732"/>
                </a:lnTo>
                <a:lnTo>
                  <a:pt x="20" y="1713"/>
                </a:lnTo>
                <a:lnTo>
                  <a:pt x="20"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43"/>
          <p:cNvSpPr/>
          <p:nvPr/>
        </p:nvSpPr>
        <p:spPr>
          <a:xfrm>
            <a:off x="7274128" y="2324394"/>
            <a:ext cx="2817" cy="238715"/>
          </a:xfrm>
          <a:custGeom>
            <a:avLst/>
            <a:gdLst/>
            <a:ahLst/>
            <a:cxnLst/>
            <a:rect l="l" t="t" r="r" b="b"/>
            <a:pathLst>
              <a:path w="20" h="1695" extrusionOk="0">
                <a:moveTo>
                  <a:pt x="1" y="0"/>
                </a:moveTo>
                <a:lnTo>
                  <a:pt x="1" y="1694"/>
                </a:lnTo>
                <a:lnTo>
                  <a:pt x="19" y="1675"/>
                </a:lnTo>
                <a:lnTo>
                  <a:pt x="19" y="19"/>
                </a:lnTo>
                <a:lnTo>
                  <a:pt x="1"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43"/>
          <p:cNvSpPr/>
          <p:nvPr/>
        </p:nvSpPr>
        <p:spPr>
          <a:xfrm>
            <a:off x="7276804" y="2327070"/>
            <a:ext cx="2676" cy="233364"/>
          </a:xfrm>
          <a:custGeom>
            <a:avLst/>
            <a:gdLst/>
            <a:ahLst/>
            <a:cxnLst/>
            <a:rect l="l" t="t" r="r" b="b"/>
            <a:pathLst>
              <a:path w="19" h="1657" extrusionOk="0">
                <a:moveTo>
                  <a:pt x="0" y="0"/>
                </a:moveTo>
                <a:lnTo>
                  <a:pt x="0" y="1656"/>
                </a:lnTo>
                <a:lnTo>
                  <a:pt x="19" y="1638"/>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43"/>
          <p:cNvSpPr/>
          <p:nvPr/>
        </p:nvSpPr>
        <p:spPr>
          <a:xfrm>
            <a:off x="7279339" y="2329605"/>
            <a:ext cx="2817" cy="228153"/>
          </a:xfrm>
          <a:custGeom>
            <a:avLst/>
            <a:gdLst/>
            <a:ahLst/>
            <a:cxnLst/>
            <a:rect l="l" t="t" r="r" b="b"/>
            <a:pathLst>
              <a:path w="20" h="1620" extrusionOk="0">
                <a:moveTo>
                  <a:pt x="1" y="1"/>
                </a:moveTo>
                <a:lnTo>
                  <a:pt x="1" y="1620"/>
                </a:lnTo>
                <a:lnTo>
                  <a:pt x="19" y="1583"/>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43"/>
          <p:cNvSpPr/>
          <p:nvPr/>
        </p:nvSpPr>
        <p:spPr>
          <a:xfrm>
            <a:off x="7284550" y="2337491"/>
            <a:ext cx="5493" cy="212379"/>
          </a:xfrm>
          <a:custGeom>
            <a:avLst/>
            <a:gdLst/>
            <a:ahLst/>
            <a:cxnLst/>
            <a:rect l="l" t="t" r="r" b="b"/>
            <a:pathLst>
              <a:path w="39" h="1508" extrusionOk="0">
                <a:moveTo>
                  <a:pt x="1" y="1"/>
                </a:moveTo>
                <a:lnTo>
                  <a:pt x="1" y="1508"/>
                </a:lnTo>
                <a:lnTo>
                  <a:pt x="38" y="1489"/>
                </a:lnTo>
                <a:lnTo>
                  <a:pt x="38"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43"/>
          <p:cNvSpPr/>
          <p:nvPr/>
        </p:nvSpPr>
        <p:spPr>
          <a:xfrm>
            <a:off x="7289902" y="2340167"/>
            <a:ext cx="2676" cy="207168"/>
          </a:xfrm>
          <a:custGeom>
            <a:avLst/>
            <a:gdLst/>
            <a:ahLst/>
            <a:cxnLst/>
            <a:rect l="l" t="t" r="r" b="b"/>
            <a:pathLst>
              <a:path w="19" h="1471" extrusionOk="0">
                <a:moveTo>
                  <a:pt x="0" y="0"/>
                </a:moveTo>
                <a:lnTo>
                  <a:pt x="0" y="1470"/>
                </a:lnTo>
                <a:lnTo>
                  <a:pt x="19" y="1452"/>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43"/>
          <p:cNvSpPr/>
          <p:nvPr/>
        </p:nvSpPr>
        <p:spPr>
          <a:xfrm>
            <a:off x="7292437" y="2342702"/>
            <a:ext cx="2817" cy="201957"/>
          </a:xfrm>
          <a:custGeom>
            <a:avLst/>
            <a:gdLst/>
            <a:ahLst/>
            <a:cxnLst/>
            <a:rect l="l" t="t" r="r" b="b"/>
            <a:pathLst>
              <a:path w="20" h="1434" extrusionOk="0">
                <a:moveTo>
                  <a:pt x="1" y="1"/>
                </a:moveTo>
                <a:lnTo>
                  <a:pt x="1" y="1434"/>
                </a:lnTo>
                <a:lnTo>
                  <a:pt x="19" y="1415"/>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p43"/>
          <p:cNvSpPr/>
          <p:nvPr/>
        </p:nvSpPr>
        <p:spPr>
          <a:xfrm>
            <a:off x="7295112" y="2345378"/>
            <a:ext cx="2817" cy="196746"/>
          </a:xfrm>
          <a:custGeom>
            <a:avLst/>
            <a:gdLst/>
            <a:ahLst/>
            <a:cxnLst/>
            <a:rect l="l" t="t" r="r" b="b"/>
            <a:pathLst>
              <a:path w="20" h="1397" extrusionOk="0">
                <a:moveTo>
                  <a:pt x="0" y="0"/>
                </a:moveTo>
                <a:lnTo>
                  <a:pt x="0" y="1396"/>
                </a:lnTo>
                <a:lnTo>
                  <a:pt x="19" y="1378"/>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71;p43"/>
          <p:cNvSpPr/>
          <p:nvPr/>
        </p:nvSpPr>
        <p:spPr>
          <a:xfrm>
            <a:off x="7297788" y="2347913"/>
            <a:ext cx="2676" cy="191536"/>
          </a:xfrm>
          <a:custGeom>
            <a:avLst/>
            <a:gdLst/>
            <a:ahLst/>
            <a:cxnLst/>
            <a:rect l="l" t="t" r="r" b="b"/>
            <a:pathLst>
              <a:path w="19" h="1360" extrusionOk="0">
                <a:moveTo>
                  <a:pt x="0" y="1"/>
                </a:moveTo>
                <a:lnTo>
                  <a:pt x="0" y="1360"/>
                </a:lnTo>
                <a:lnTo>
                  <a:pt x="19" y="1322"/>
                </a:lnTo>
                <a:lnTo>
                  <a:pt x="19" y="20"/>
                </a:lnTo>
                <a:lnTo>
                  <a:pt x="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43"/>
          <p:cNvSpPr/>
          <p:nvPr/>
        </p:nvSpPr>
        <p:spPr>
          <a:xfrm>
            <a:off x="7300323" y="2350589"/>
            <a:ext cx="2817" cy="183649"/>
          </a:xfrm>
          <a:custGeom>
            <a:avLst/>
            <a:gdLst/>
            <a:ahLst/>
            <a:cxnLst/>
            <a:rect l="l" t="t" r="r" b="b"/>
            <a:pathLst>
              <a:path w="20" h="1304" extrusionOk="0">
                <a:moveTo>
                  <a:pt x="1" y="1"/>
                </a:moveTo>
                <a:lnTo>
                  <a:pt x="1" y="1303"/>
                </a:lnTo>
                <a:lnTo>
                  <a:pt x="19" y="1285"/>
                </a:lnTo>
                <a:lnTo>
                  <a:pt x="19" y="38"/>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43"/>
          <p:cNvSpPr/>
          <p:nvPr/>
        </p:nvSpPr>
        <p:spPr>
          <a:xfrm>
            <a:off x="7302999" y="2355800"/>
            <a:ext cx="5352" cy="175762"/>
          </a:xfrm>
          <a:custGeom>
            <a:avLst/>
            <a:gdLst/>
            <a:ahLst/>
            <a:cxnLst/>
            <a:rect l="l" t="t" r="r" b="b"/>
            <a:pathLst>
              <a:path w="38" h="1248" extrusionOk="0">
                <a:moveTo>
                  <a:pt x="0" y="1"/>
                </a:moveTo>
                <a:lnTo>
                  <a:pt x="0" y="1248"/>
                </a:lnTo>
                <a:lnTo>
                  <a:pt x="37" y="1229"/>
                </a:lnTo>
                <a:lnTo>
                  <a:pt x="37" y="19"/>
                </a:lnTo>
                <a:lnTo>
                  <a:pt x="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43"/>
          <p:cNvSpPr/>
          <p:nvPr/>
        </p:nvSpPr>
        <p:spPr>
          <a:xfrm>
            <a:off x="7308210" y="2358475"/>
            <a:ext cx="2817" cy="170551"/>
          </a:xfrm>
          <a:custGeom>
            <a:avLst/>
            <a:gdLst/>
            <a:ahLst/>
            <a:cxnLst/>
            <a:rect l="l" t="t" r="r" b="b"/>
            <a:pathLst>
              <a:path w="20" h="1211" extrusionOk="0">
                <a:moveTo>
                  <a:pt x="0" y="0"/>
                </a:moveTo>
                <a:lnTo>
                  <a:pt x="0" y="1210"/>
                </a:lnTo>
                <a:lnTo>
                  <a:pt x="19" y="1192"/>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43"/>
          <p:cNvSpPr/>
          <p:nvPr/>
        </p:nvSpPr>
        <p:spPr>
          <a:xfrm>
            <a:off x="7310886" y="2361151"/>
            <a:ext cx="2676" cy="165199"/>
          </a:xfrm>
          <a:custGeom>
            <a:avLst/>
            <a:gdLst/>
            <a:ahLst/>
            <a:cxnLst/>
            <a:rect l="l" t="t" r="r" b="b"/>
            <a:pathLst>
              <a:path w="19" h="1173" extrusionOk="0">
                <a:moveTo>
                  <a:pt x="0" y="0"/>
                </a:moveTo>
                <a:lnTo>
                  <a:pt x="0" y="1173"/>
                </a:lnTo>
                <a:lnTo>
                  <a:pt x="19" y="1154"/>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43"/>
          <p:cNvSpPr/>
          <p:nvPr/>
        </p:nvSpPr>
        <p:spPr>
          <a:xfrm>
            <a:off x="7313421" y="2363686"/>
            <a:ext cx="2817" cy="159989"/>
          </a:xfrm>
          <a:custGeom>
            <a:avLst/>
            <a:gdLst/>
            <a:ahLst/>
            <a:cxnLst/>
            <a:rect l="l" t="t" r="r" b="b"/>
            <a:pathLst>
              <a:path w="20" h="1136" extrusionOk="0">
                <a:moveTo>
                  <a:pt x="1" y="1"/>
                </a:moveTo>
                <a:lnTo>
                  <a:pt x="1" y="1136"/>
                </a:lnTo>
                <a:lnTo>
                  <a:pt x="19" y="1117"/>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43"/>
          <p:cNvSpPr/>
          <p:nvPr/>
        </p:nvSpPr>
        <p:spPr>
          <a:xfrm>
            <a:off x="7316097" y="2366362"/>
            <a:ext cx="2676" cy="154778"/>
          </a:xfrm>
          <a:custGeom>
            <a:avLst/>
            <a:gdLst/>
            <a:ahLst/>
            <a:cxnLst/>
            <a:rect l="l" t="t" r="r" b="b"/>
            <a:pathLst>
              <a:path w="19" h="1099" extrusionOk="0">
                <a:moveTo>
                  <a:pt x="0" y="0"/>
                </a:moveTo>
                <a:lnTo>
                  <a:pt x="0" y="1098"/>
                </a:lnTo>
                <a:lnTo>
                  <a:pt x="19" y="1061"/>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p43"/>
          <p:cNvSpPr/>
          <p:nvPr/>
        </p:nvSpPr>
        <p:spPr>
          <a:xfrm>
            <a:off x="7318632" y="2368897"/>
            <a:ext cx="2817" cy="147032"/>
          </a:xfrm>
          <a:custGeom>
            <a:avLst/>
            <a:gdLst/>
            <a:ahLst/>
            <a:cxnLst/>
            <a:rect l="l" t="t" r="r" b="b"/>
            <a:pathLst>
              <a:path w="20" h="1044" extrusionOk="0">
                <a:moveTo>
                  <a:pt x="1" y="1"/>
                </a:moveTo>
                <a:lnTo>
                  <a:pt x="1" y="1043"/>
                </a:lnTo>
                <a:lnTo>
                  <a:pt x="20" y="1024"/>
                </a:lnTo>
                <a:lnTo>
                  <a:pt x="20" y="38"/>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43"/>
          <p:cNvSpPr/>
          <p:nvPr/>
        </p:nvSpPr>
        <p:spPr>
          <a:xfrm>
            <a:off x="7321308" y="2374249"/>
            <a:ext cx="5352" cy="139004"/>
          </a:xfrm>
          <a:custGeom>
            <a:avLst/>
            <a:gdLst/>
            <a:ahLst/>
            <a:cxnLst/>
            <a:rect l="l" t="t" r="r" b="b"/>
            <a:pathLst>
              <a:path w="38" h="987" extrusionOk="0">
                <a:moveTo>
                  <a:pt x="1" y="0"/>
                </a:moveTo>
                <a:lnTo>
                  <a:pt x="1" y="986"/>
                </a:lnTo>
                <a:lnTo>
                  <a:pt x="38" y="968"/>
                </a:lnTo>
                <a:lnTo>
                  <a:pt x="38" y="19"/>
                </a:lnTo>
                <a:lnTo>
                  <a:pt x="1"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43"/>
          <p:cNvSpPr/>
          <p:nvPr/>
        </p:nvSpPr>
        <p:spPr>
          <a:xfrm>
            <a:off x="7326518" y="2376784"/>
            <a:ext cx="2817" cy="133793"/>
          </a:xfrm>
          <a:custGeom>
            <a:avLst/>
            <a:gdLst/>
            <a:ahLst/>
            <a:cxnLst/>
            <a:rect l="l" t="t" r="r" b="b"/>
            <a:pathLst>
              <a:path w="20" h="950" extrusionOk="0">
                <a:moveTo>
                  <a:pt x="1" y="1"/>
                </a:moveTo>
                <a:lnTo>
                  <a:pt x="1" y="950"/>
                </a:lnTo>
                <a:lnTo>
                  <a:pt x="19" y="931"/>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43"/>
          <p:cNvSpPr/>
          <p:nvPr/>
        </p:nvSpPr>
        <p:spPr>
          <a:xfrm>
            <a:off x="7329194" y="2379460"/>
            <a:ext cx="2676" cy="128582"/>
          </a:xfrm>
          <a:custGeom>
            <a:avLst/>
            <a:gdLst/>
            <a:ahLst/>
            <a:cxnLst/>
            <a:rect l="l" t="t" r="r" b="b"/>
            <a:pathLst>
              <a:path w="19" h="913" extrusionOk="0">
                <a:moveTo>
                  <a:pt x="0" y="0"/>
                </a:moveTo>
                <a:lnTo>
                  <a:pt x="0" y="912"/>
                </a:lnTo>
                <a:lnTo>
                  <a:pt x="19" y="894"/>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43"/>
          <p:cNvSpPr/>
          <p:nvPr/>
        </p:nvSpPr>
        <p:spPr>
          <a:xfrm>
            <a:off x="7331729" y="2381995"/>
            <a:ext cx="2817" cy="123371"/>
          </a:xfrm>
          <a:custGeom>
            <a:avLst/>
            <a:gdLst/>
            <a:ahLst/>
            <a:cxnLst/>
            <a:rect l="l" t="t" r="r" b="b"/>
            <a:pathLst>
              <a:path w="20" h="876" extrusionOk="0">
                <a:moveTo>
                  <a:pt x="1" y="1"/>
                </a:moveTo>
                <a:lnTo>
                  <a:pt x="1" y="876"/>
                </a:lnTo>
                <a:lnTo>
                  <a:pt x="20" y="857"/>
                </a:lnTo>
                <a:lnTo>
                  <a:pt x="20" y="20"/>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43"/>
          <p:cNvSpPr/>
          <p:nvPr/>
        </p:nvSpPr>
        <p:spPr>
          <a:xfrm>
            <a:off x="7334405" y="2384671"/>
            <a:ext cx="2817" cy="118020"/>
          </a:xfrm>
          <a:custGeom>
            <a:avLst/>
            <a:gdLst/>
            <a:ahLst/>
            <a:cxnLst/>
            <a:rect l="l" t="t" r="r" b="b"/>
            <a:pathLst>
              <a:path w="20" h="838" extrusionOk="0">
                <a:moveTo>
                  <a:pt x="1" y="1"/>
                </a:moveTo>
                <a:lnTo>
                  <a:pt x="1" y="838"/>
                </a:lnTo>
                <a:lnTo>
                  <a:pt x="19" y="801"/>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43"/>
          <p:cNvSpPr/>
          <p:nvPr/>
        </p:nvSpPr>
        <p:spPr>
          <a:xfrm>
            <a:off x="7337081" y="2387346"/>
            <a:ext cx="2676" cy="110133"/>
          </a:xfrm>
          <a:custGeom>
            <a:avLst/>
            <a:gdLst/>
            <a:ahLst/>
            <a:cxnLst/>
            <a:rect l="l" t="t" r="r" b="b"/>
            <a:pathLst>
              <a:path w="19" h="782" extrusionOk="0">
                <a:moveTo>
                  <a:pt x="0" y="0"/>
                </a:moveTo>
                <a:lnTo>
                  <a:pt x="0" y="782"/>
                </a:lnTo>
                <a:lnTo>
                  <a:pt x="19" y="763"/>
                </a:lnTo>
                <a:lnTo>
                  <a:pt x="19" y="37"/>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43"/>
          <p:cNvSpPr/>
          <p:nvPr/>
        </p:nvSpPr>
        <p:spPr>
          <a:xfrm>
            <a:off x="7339616" y="2392557"/>
            <a:ext cx="5493" cy="102387"/>
          </a:xfrm>
          <a:custGeom>
            <a:avLst/>
            <a:gdLst/>
            <a:ahLst/>
            <a:cxnLst/>
            <a:rect l="l" t="t" r="r" b="b"/>
            <a:pathLst>
              <a:path w="39" h="727" extrusionOk="0">
                <a:moveTo>
                  <a:pt x="1" y="0"/>
                </a:moveTo>
                <a:lnTo>
                  <a:pt x="1" y="726"/>
                </a:lnTo>
                <a:lnTo>
                  <a:pt x="38" y="708"/>
                </a:lnTo>
                <a:lnTo>
                  <a:pt x="38" y="19"/>
                </a:lnTo>
                <a:lnTo>
                  <a:pt x="1"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43"/>
          <p:cNvSpPr/>
          <p:nvPr/>
        </p:nvSpPr>
        <p:spPr>
          <a:xfrm>
            <a:off x="7344968" y="2395092"/>
            <a:ext cx="2676" cy="97176"/>
          </a:xfrm>
          <a:custGeom>
            <a:avLst/>
            <a:gdLst/>
            <a:ahLst/>
            <a:cxnLst/>
            <a:rect l="l" t="t" r="r" b="b"/>
            <a:pathLst>
              <a:path w="19" h="690" extrusionOk="0">
                <a:moveTo>
                  <a:pt x="0" y="1"/>
                </a:moveTo>
                <a:lnTo>
                  <a:pt x="0" y="690"/>
                </a:lnTo>
                <a:lnTo>
                  <a:pt x="19" y="671"/>
                </a:lnTo>
                <a:lnTo>
                  <a:pt x="19" y="20"/>
                </a:lnTo>
                <a:lnTo>
                  <a:pt x="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43"/>
          <p:cNvSpPr/>
          <p:nvPr/>
        </p:nvSpPr>
        <p:spPr>
          <a:xfrm>
            <a:off x="7347503" y="2397768"/>
            <a:ext cx="2817" cy="91824"/>
          </a:xfrm>
          <a:custGeom>
            <a:avLst/>
            <a:gdLst/>
            <a:ahLst/>
            <a:cxnLst/>
            <a:rect l="l" t="t" r="r" b="b"/>
            <a:pathLst>
              <a:path w="20" h="652" extrusionOk="0">
                <a:moveTo>
                  <a:pt x="1" y="1"/>
                </a:moveTo>
                <a:lnTo>
                  <a:pt x="1" y="652"/>
                </a:lnTo>
                <a:lnTo>
                  <a:pt x="19" y="633"/>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43"/>
          <p:cNvSpPr/>
          <p:nvPr/>
        </p:nvSpPr>
        <p:spPr>
          <a:xfrm>
            <a:off x="7350178" y="2400444"/>
            <a:ext cx="2676" cy="86614"/>
          </a:xfrm>
          <a:custGeom>
            <a:avLst/>
            <a:gdLst/>
            <a:ahLst/>
            <a:cxnLst/>
            <a:rect l="l" t="t" r="r" b="b"/>
            <a:pathLst>
              <a:path w="19" h="615" extrusionOk="0">
                <a:moveTo>
                  <a:pt x="0" y="0"/>
                </a:moveTo>
                <a:lnTo>
                  <a:pt x="0" y="614"/>
                </a:lnTo>
                <a:lnTo>
                  <a:pt x="19" y="596"/>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43"/>
          <p:cNvSpPr/>
          <p:nvPr/>
        </p:nvSpPr>
        <p:spPr>
          <a:xfrm>
            <a:off x="7352713" y="2402979"/>
            <a:ext cx="2817" cy="81403"/>
          </a:xfrm>
          <a:custGeom>
            <a:avLst/>
            <a:gdLst/>
            <a:ahLst/>
            <a:cxnLst/>
            <a:rect l="l" t="t" r="r" b="b"/>
            <a:pathLst>
              <a:path w="20" h="578" extrusionOk="0">
                <a:moveTo>
                  <a:pt x="1" y="1"/>
                </a:moveTo>
                <a:lnTo>
                  <a:pt x="1" y="578"/>
                </a:lnTo>
                <a:lnTo>
                  <a:pt x="19" y="541"/>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43"/>
          <p:cNvSpPr/>
          <p:nvPr/>
        </p:nvSpPr>
        <p:spPr>
          <a:xfrm>
            <a:off x="7355389" y="2405655"/>
            <a:ext cx="2817" cy="73516"/>
          </a:xfrm>
          <a:custGeom>
            <a:avLst/>
            <a:gdLst/>
            <a:ahLst/>
            <a:cxnLst/>
            <a:rect l="l" t="t" r="r" b="b"/>
            <a:pathLst>
              <a:path w="20" h="522" extrusionOk="0">
                <a:moveTo>
                  <a:pt x="0" y="0"/>
                </a:moveTo>
                <a:lnTo>
                  <a:pt x="0" y="522"/>
                </a:lnTo>
                <a:lnTo>
                  <a:pt x="19" y="503"/>
                </a:lnTo>
                <a:lnTo>
                  <a:pt x="19" y="38"/>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43"/>
          <p:cNvSpPr/>
          <p:nvPr/>
        </p:nvSpPr>
        <p:spPr>
          <a:xfrm>
            <a:off x="7358065" y="2410866"/>
            <a:ext cx="5352" cy="65629"/>
          </a:xfrm>
          <a:custGeom>
            <a:avLst/>
            <a:gdLst/>
            <a:ahLst/>
            <a:cxnLst/>
            <a:rect l="l" t="t" r="r" b="b"/>
            <a:pathLst>
              <a:path w="38" h="466" extrusionOk="0">
                <a:moveTo>
                  <a:pt x="0" y="1"/>
                </a:moveTo>
                <a:lnTo>
                  <a:pt x="0" y="466"/>
                </a:lnTo>
                <a:lnTo>
                  <a:pt x="37" y="447"/>
                </a:lnTo>
                <a:lnTo>
                  <a:pt x="37" y="19"/>
                </a:lnTo>
                <a:lnTo>
                  <a:pt x="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43"/>
          <p:cNvSpPr/>
          <p:nvPr/>
        </p:nvSpPr>
        <p:spPr>
          <a:xfrm>
            <a:off x="7363276" y="2413541"/>
            <a:ext cx="2676" cy="60418"/>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43"/>
          <p:cNvSpPr/>
          <p:nvPr/>
        </p:nvSpPr>
        <p:spPr>
          <a:xfrm>
            <a:off x="7365811" y="2416076"/>
            <a:ext cx="2817" cy="55207"/>
          </a:xfrm>
          <a:custGeom>
            <a:avLst/>
            <a:gdLst/>
            <a:ahLst/>
            <a:cxnLst/>
            <a:rect l="l" t="t" r="r" b="b"/>
            <a:pathLst>
              <a:path w="20" h="392" extrusionOk="0">
                <a:moveTo>
                  <a:pt x="1" y="1"/>
                </a:moveTo>
                <a:lnTo>
                  <a:pt x="1" y="392"/>
                </a:lnTo>
                <a:lnTo>
                  <a:pt x="20" y="373"/>
                </a:lnTo>
                <a:lnTo>
                  <a:pt x="20"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43"/>
          <p:cNvSpPr/>
          <p:nvPr/>
        </p:nvSpPr>
        <p:spPr>
          <a:xfrm>
            <a:off x="7368487" y="2418752"/>
            <a:ext cx="2817" cy="49996"/>
          </a:xfrm>
          <a:custGeom>
            <a:avLst/>
            <a:gdLst/>
            <a:ahLst/>
            <a:cxnLst/>
            <a:rect l="l" t="t" r="r" b="b"/>
            <a:pathLst>
              <a:path w="20" h="355" extrusionOk="0">
                <a:moveTo>
                  <a:pt x="1" y="0"/>
                </a:moveTo>
                <a:lnTo>
                  <a:pt x="1" y="354"/>
                </a:lnTo>
                <a:lnTo>
                  <a:pt x="19" y="335"/>
                </a:lnTo>
                <a:lnTo>
                  <a:pt x="19" y="19"/>
                </a:lnTo>
                <a:lnTo>
                  <a:pt x="1"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43"/>
          <p:cNvSpPr/>
          <p:nvPr/>
        </p:nvSpPr>
        <p:spPr>
          <a:xfrm>
            <a:off x="7371163" y="2421428"/>
            <a:ext cx="2676" cy="44645"/>
          </a:xfrm>
          <a:custGeom>
            <a:avLst/>
            <a:gdLst/>
            <a:ahLst/>
            <a:cxnLst/>
            <a:rect l="l" t="t" r="r" b="b"/>
            <a:pathLst>
              <a:path w="19" h="317" extrusionOk="0">
                <a:moveTo>
                  <a:pt x="0" y="0"/>
                </a:moveTo>
                <a:lnTo>
                  <a:pt x="0" y="316"/>
                </a:lnTo>
                <a:lnTo>
                  <a:pt x="19" y="279"/>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43"/>
          <p:cNvSpPr/>
          <p:nvPr/>
        </p:nvSpPr>
        <p:spPr>
          <a:xfrm>
            <a:off x="7373698" y="2423963"/>
            <a:ext cx="2817" cy="36899"/>
          </a:xfrm>
          <a:custGeom>
            <a:avLst/>
            <a:gdLst/>
            <a:ahLst/>
            <a:cxnLst/>
            <a:rect l="l" t="t" r="r" b="b"/>
            <a:pathLst>
              <a:path w="20" h="262" extrusionOk="0">
                <a:moveTo>
                  <a:pt x="1" y="1"/>
                </a:moveTo>
                <a:lnTo>
                  <a:pt x="1" y="261"/>
                </a:lnTo>
                <a:lnTo>
                  <a:pt x="19" y="243"/>
                </a:lnTo>
                <a:lnTo>
                  <a:pt x="19" y="38"/>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43"/>
          <p:cNvSpPr/>
          <p:nvPr/>
        </p:nvSpPr>
        <p:spPr>
          <a:xfrm>
            <a:off x="7376374" y="2429174"/>
            <a:ext cx="5352" cy="29012"/>
          </a:xfrm>
          <a:custGeom>
            <a:avLst/>
            <a:gdLst/>
            <a:ahLst/>
            <a:cxnLst/>
            <a:rect l="l" t="t" r="r" b="b"/>
            <a:pathLst>
              <a:path w="38" h="206" extrusionOk="0">
                <a:moveTo>
                  <a:pt x="0" y="1"/>
                </a:moveTo>
                <a:lnTo>
                  <a:pt x="0" y="206"/>
                </a:lnTo>
                <a:lnTo>
                  <a:pt x="38" y="187"/>
                </a:lnTo>
                <a:lnTo>
                  <a:pt x="38" y="20"/>
                </a:lnTo>
                <a:lnTo>
                  <a:pt x="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43"/>
          <p:cNvSpPr/>
          <p:nvPr/>
        </p:nvSpPr>
        <p:spPr>
          <a:xfrm>
            <a:off x="7381584" y="2431850"/>
            <a:ext cx="2817" cy="23801"/>
          </a:xfrm>
          <a:custGeom>
            <a:avLst/>
            <a:gdLst/>
            <a:ahLst/>
            <a:cxnLst/>
            <a:rect l="l" t="t" r="r" b="b"/>
            <a:pathLst>
              <a:path w="20" h="169" extrusionOk="0">
                <a:moveTo>
                  <a:pt x="1" y="1"/>
                </a:moveTo>
                <a:lnTo>
                  <a:pt x="1" y="168"/>
                </a:lnTo>
                <a:lnTo>
                  <a:pt x="19" y="149"/>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43"/>
          <p:cNvSpPr/>
          <p:nvPr/>
        </p:nvSpPr>
        <p:spPr>
          <a:xfrm>
            <a:off x="7384260" y="2434526"/>
            <a:ext cx="2676" cy="18449"/>
          </a:xfrm>
          <a:custGeom>
            <a:avLst/>
            <a:gdLst/>
            <a:ahLst/>
            <a:cxnLst/>
            <a:rect l="l" t="t" r="r" b="b"/>
            <a:pathLst>
              <a:path w="19" h="131" extrusionOk="0">
                <a:moveTo>
                  <a:pt x="0" y="0"/>
                </a:moveTo>
                <a:lnTo>
                  <a:pt x="0" y="130"/>
                </a:lnTo>
                <a:lnTo>
                  <a:pt x="19" y="112"/>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43"/>
          <p:cNvSpPr/>
          <p:nvPr/>
        </p:nvSpPr>
        <p:spPr>
          <a:xfrm>
            <a:off x="7386795" y="2437061"/>
            <a:ext cx="2817" cy="13238"/>
          </a:xfrm>
          <a:custGeom>
            <a:avLst/>
            <a:gdLst/>
            <a:ahLst/>
            <a:cxnLst/>
            <a:rect l="l" t="t" r="r" b="b"/>
            <a:pathLst>
              <a:path w="20" h="94" extrusionOk="0">
                <a:moveTo>
                  <a:pt x="1" y="1"/>
                </a:moveTo>
                <a:lnTo>
                  <a:pt x="1" y="94"/>
                </a:lnTo>
                <a:lnTo>
                  <a:pt x="19" y="75"/>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1" name="Google Shape;101;p43"/>
          <p:cNvGrpSpPr/>
          <p:nvPr/>
        </p:nvGrpSpPr>
        <p:grpSpPr>
          <a:xfrm>
            <a:off x="6928127" y="-153501"/>
            <a:ext cx="2872292" cy="2378232"/>
            <a:chOff x="2210400" y="2558550"/>
            <a:chExt cx="971025" cy="804000"/>
          </a:xfrm>
        </p:grpSpPr>
        <p:sp>
          <p:nvSpPr>
            <p:cNvPr id="102" name="Google Shape;102;p43"/>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43"/>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43"/>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43"/>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43"/>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43"/>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43"/>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43"/>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0" name="Google Shape;110;p43"/>
          <p:cNvGrpSpPr/>
          <p:nvPr/>
        </p:nvGrpSpPr>
        <p:grpSpPr>
          <a:xfrm>
            <a:off x="6759101" y="683981"/>
            <a:ext cx="849356" cy="703259"/>
            <a:chOff x="2210400" y="2558550"/>
            <a:chExt cx="971025" cy="804000"/>
          </a:xfrm>
        </p:grpSpPr>
        <p:sp>
          <p:nvSpPr>
            <p:cNvPr id="111" name="Google Shape;111;p43"/>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43"/>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43"/>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43"/>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43"/>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43"/>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43"/>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43"/>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9" name="Google Shape;119;p43"/>
          <p:cNvGrpSpPr/>
          <p:nvPr/>
        </p:nvGrpSpPr>
        <p:grpSpPr>
          <a:xfrm>
            <a:off x="5981081" y="902566"/>
            <a:ext cx="849275" cy="848250"/>
            <a:chOff x="2651171" y="2397773"/>
            <a:chExt cx="2099568" cy="2097033"/>
          </a:xfrm>
        </p:grpSpPr>
        <p:sp>
          <p:nvSpPr>
            <p:cNvPr id="120" name="Google Shape;120;p43"/>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43"/>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2" name="Google Shape;122;p43"/>
          <p:cNvGrpSpPr/>
          <p:nvPr/>
        </p:nvGrpSpPr>
        <p:grpSpPr>
          <a:xfrm>
            <a:off x="8388278" y="3692803"/>
            <a:ext cx="1067211" cy="1065922"/>
            <a:chOff x="2651171" y="2397773"/>
            <a:chExt cx="2099568" cy="2097033"/>
          </a:xfrm>
        </p:grpSpPr>
        <p:sp>
          <p:nvSpPr>
            <p:cNvPr id="123" name="Google Shape;123;p43"/>
            <p:cNvSpPr/>
            <p:nvPr/>
          </p:nvSpPr>
          <p:spPr>
            <a:xfrm>
              <a:off x="2682577" y="2429319"/>
              <a:ext cx="2036756" cy="2036615"/>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43"/>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43"/>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6" name="Google Shape;126;p43"/>
          <p:cNvGrpSpPr/>
          <p:nvPr/>
        </p:nvGrpSpPr>
        <p:grpSpPr>
          <a:xfrm>
            <a:off x="5134360" y="1145509"/>
            <a:ext cx="4779359" cy="3901002"/>
            <a:chOff x="2556818" y="232872"/>
            <a:chExt cx="6486643" cy="5294519"/>
          </a:xfrm>
        </p:grpSpPr>
        <p:sp>
          <p:nvSpPr>
            <p:cNvPr id="127" name="Google Shape;127;p43"/>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 name="Google Shape;128;p43"/>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 name="Google Shape;129;p43"/>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43"/>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p43"/>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 name="Google Shape;132;p43"/>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 name="Google Shape;133;p43"/>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43"/>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43"/>
            <p:cNvSpPr/>
            <p:nvPr/>
          </p:nvSpPr>
          <p:spPr>
            <a:xfrm>
              <a:off x="2556818" y="3784276"/>
              <a:ext cx="1743115" cy="1743115"/>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136"/>
        <p:cNvGrpSpPr/>
        <p:nvPr/>
      </p:nvGrpSpPr>
      <p:grpSpPr>
        <a:xfrm>
          <a:off x="0" y="0"/>
          <a:ext cx="0" cy="0"/>
          <a:chOff x="0" y="0"/>
          <a:chExt cx="0" cy="0"/>
        </a:xfrm>
      </p:grpSpPr>
      <p:sp>
        <p:nvSpPr>
          <p:cNvPr id="137" name="Google Shape;137;p44"/>
          <p:cNvSpPr txBox="1">
            <a:spLocks noGrp="1"/>
          </p:cNvSpPr>
          <p:nvPr>
            <p:ph type="title"/>
          </p:nvPr>
        </p:nvSpPr>
        <p:spPr>
          <a:xfrm>
            <a:off x="1506398" y="1559275"/>
            <a:ext cx="2574300" cy="52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1800">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138" name="Google Shape;138;p44"/>
          <p:cNvSpPr txBox="1">
            <a:spLocks noGrp="1"/>
          </p:cNvSpPr>
          <p:nvPr>
            <p:ph type="title" idx="2"/>
          </p:nvPr>
        </p:nvSpPr>
        <p:spPr>
          <a:xfrm>
            <a:off x="730301" y="1711675"/>
            <a:ext cx="7761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b="1"/>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39" name="Google Shape;139;p44"/>
          <p:cNvSpPr txBox="1">
            <a:spLocks noGrp="1"/>
          </p:cNvSpPr>
          <p:nvPr>
            <p:ph type="subTitle" idx="1"/>
          </p:nvPr>
        </p:nvSpPr>
        <p:spPr>
          <a:xfrm>
            <a:off x="1506390" y="1996550"/>
            <a:ext cx="25743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p44"/>
          <p:cNvSpPr txBox="1">
            <a:spLocks noGrp="1"/>
          </p:cNvSpPr>
          <p:nvPr>
            <p:ph type="title" idx="3"/>
          </p:nvPr>
        </p:nvSpPr>
        <p:spPr>
          <a:xfrm>
            <a:off x="1506523" y="3272625"/>
            <a:ext cx="2574300" cy="52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1800">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141" name="Google Shape;141;p44"/>
          <p:cNvSpPr txBox="1">
            <a:spLocks noGrp="1"/>
          </p:cNvSpPr>
          <p:nvPr>
            <p:ph type="title" idx="4"/>
          </p:nvPr>
        </p:nvSpPr>
        <p:spPr>
          <a:xfrm>
            <a:off x="730469" y="3425025"/>
            <a:ext cx="7761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b="1"/>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42" name="Google Shape;142;p44"/>
          <p:cNvSpPr txBox="1">
            <a:spLocks noGrp="1"/>
          </p:cNvSpPr>
          <p:nvPr>
            <p:ph type="subTitle" idx="5"/>
          </p:nvPr>
        </p:nvSpPr>
        <p:spPr>
          <a:xfrm>
            <a:off x="1506514" y="3709900"/>
            <a:ext cx="25743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3" name="Google Shape;143;p44"/>
          <p:cNvSpPr txBox="1">
            <a:spLocks noGrp="1"/>
          </p:cNvSpPr>
          <p:nvPr>
            <p:ph type="title" idx="6"/>
          </p:nvPr>
        </p:nvSpPr>
        <p:spPr>
          <a:xfrm>
            <a:off x="5045226" y="1559275"/>
            <a:ext cx="2574300" cy="52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1800">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144" name="Google Shape;144;p44"/>
          <p:cNvSpPr txBox="1">
            <a:spLocks noGrp="1"/>
          </p:cNvSpPr>
          <p:nvPr>
            <p:ph type="title" idx="7"/>
          </p:nvPr>
        </p:nvSpPr>
        <p:spPr>
          <a:xfrm>
            <a:off x="4281950" y="1711675"/>
            <a:ext cx="7764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b="1"/>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45" name="Google Shape;145;p44"/>
          <p:cNvSpPr txBox="1">
            <a:spLocks noGrp="1"/>
          </p:cNvSpPr>
          <p:nvPr>
            <p:ph type="subTitle" idx="8"/>
          </p:nvPr>
        </p:nvSpPr>
        <p:spPr>
          <a:xfrm>
            <a:off x="5045218" y="1996550"/>
            <a:ext cx="25743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44"/>
          <p:cNvSpPr txBox="1">
            <a:spLocks noGrp="1"/>
          </p:cNvSpPr>
          <p:nvPr>
            <p:ph type="title" idx="9"/>
          </p:nvPr>
        </p:nvSpPr>
        <p:spPr>
          <a:xfrm>
            <a:off x="4282125" y="3425025"/>
            <a:ext cx="7764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b="1"/>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grpSp>
        <p:nvGrpSpPr>
          <p:cNvPr id="147" name="Google Shape;147;p44"/>
          <p:cNvGrpSpPr/>
          <p:nvPr/>
        </p:nvGrpSpPr>
        <p:grpSpPr>
          <a:xfrm>
            <a:off x="-3302090" y="-450720"/>
            <a:ext cx="4015313" cy="3884503"/>
            <a:chOff x="5440750" y="1669400"/>
            <a:chExt cx="971525" cy="939875"/>
          </a:xfrm>
        </p:grpSpPr>
        <p:sp>
          <p:nvSpPr>
            <p:cNvPr id="148" name="Google Shape;148;p44"/>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 name="Google Shape;149;p44"/>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p44"/>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p44"/>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p44"/>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 name="Google Shape;153;p44"/>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 name="Google Shape;154;p44"/>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p44"/>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44"/>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 name="Google Shape;157;p44"/>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 name="Google Shape;158;p44"/>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p44"/>
            <p:cNvSpPr/>
            <p:nvPr/>
          </p:nvSpPr>
          <p:spPr>
            <a:xfrm>
              <a:off x="6060950" y="2061175"/>
              <a:ext cx="500" cy="950"/>
            </a:xfrm>
            <a:custGeom>
              <a:avLst/>
              <a:gdLst/>
              <a:ahLst/>
              <a:cxnLst/>
              <a:rect l="l" t="t" r="r" b="b"/>
              <a:pathLst>
                <a:path w="20" h="38" extrusionOk="0">
                  <a:moveTo>
                    <a:pt x="20" y="0"/>
                  </a:moveTo>
                  <a:lnTo>
                    <a:pt x="1" y="19"/>
                  </a:lnTo>
                  <a:lnTo>
                    <a:pt x="20" y="3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 name="Google Shape;160;p44"/>
            <p:cNvSpPr/>
            <p:nvPr/>
          </p:nvSpPr>
          <p:spPr>
            <a:xfrm>
              <a:off x="6061425" y="2060700"/>
              <a:ext cx="500" cy="2350"/>
            </a:xfrm>
            <a:custGeom>
              <a:avLst/>
              <a:gdLst/>
              <a:ahLst/>
              <a:cxnLst/>
              <a:rect l="l" t="t" r="r" b="b"/>
              <a:pathLst>
                <a:path w="20" h="94" extrusionOk="0">
                  <a:moveTo>
                    <a:pt x="19" y="1"/>
                  </a:moveTo>
                  <a:lnTo>
                    <a:pt x="1" y="19"/>
                  </a:lnTo>
                  <a:lnTo>
                    <a:pt x="1" y="56"/>
                  </a:lnTo>
                  <a:lnTo>
                    <a:pt x="19" y="94"/>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 name="Google Shape;161;p44"/>
            <p:cNvSpPr/>
            <p:nvPr/>
          </p:nvSpPr>
          <p:spPr>
            <a:xfrm>
              <a:off x="6061900" y="2060225"/>
              <a:ext cx="950" cy="3300"/>
            </a:xfrm>
            <a:custGeom>
              <a:avLst/>
              <a:gdLst/>
              <a:ahLst/>
              <a:cxnLst/>
              <a:rect l="l" t="t" r="r" b="b"/>
              <a:pathLst>
                <a:path w="38" h="132" extrusionOk="0">
                  <a:moveTo>
                    <a:pt x="37" y="1"/>
                  </a:moveTo>
                  <a:lnTo>
                    <a:pt x="0" y="20"/>
                  </a:lnTo>
                  <a:lnTo>
                    <a:pt x="0" y="113"/>
                  </a:lnTo>
                  <a:lnTo>
                    <a:pt x="37" y="131"/>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 name="Google Shape;162;p44"/>
            <p:cNvSpPr/>
            <p:nvPr/>
          </p:nvSpPr>
          <p:spPr>
            <a:xfrm>
              <a:off x="6062825" y="2059775"/>
              <a:ext cx="500" cy="4200"/>
            </a:xfrm>
            <a:custGeom>
              <a:avLst/>
              <a:gdLst/>
              <a:ahLst/>
              <a:cxnLst/>
              <a:rect l="l" t="t" r="r" b="b"/>
              <a:pathLst>
                <a:path w="20" h="168" extrusionOk="0">
                  <a:moveTo>
                    <a:pt x="19" y="0"/>
                  </a:moveTo>
                  <a:lnTo>
                    <a:pt x="0" y="19"/>
                  </a:lnTo>
                  <a:lnTo>
                    <a:pt x="0" y="149"/>
                  </a:lnTo>
                  <a:lnTo>
                    <a:pt x="19" y="16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p44"/>
            <p:cNvSpPr/>
            <p:nvPr/>
          </p:nvSpPr>
          <p:spPr>
            <a:xfrm>
              <a:off x="6063300" y="2058850"/>
              <a:ext cx="475" cy="5600"/>
            </a:xfrm>
            <a:custGeom>
              <a:avLst/>
              <a:gdLst/>
              <a:ahLst/>
              <a:cxnLst/>
              <a:rect l="l" t="t" r="r" b="b"/>
              <a:pathLst>
                <a:path w="19" h="224" extrusionOk="0">
                  <a:moveTo>
                    <a:pt x="19" y="0"/>
                  </a:moveTo>
                  <a:lnTo>
                    <a:pt x="0" y="37"/>
                  </a:lnTo>
                  <a:lnTo>
                    <a:pt x="0" y="205"/>
                  </a:lnTo>
                  <a:lnTo>
                    <a:pt x="19" y="22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p44"/>
            <p:cNvSpPr/>
            <p:nvPr/>
          </p:nvSpPr>
          <p:spPr>
            <a:xfrm>
              <a:off x="6063750" y="2058375"/>
              <a:ext cx="500" cy="6550"/>
            </a:xfrm>
            <a:custGeom>
              <a:avLst/>
              <a:gdLst/>
              <a:ahLst/>
              <a:cxnLst/>
              <a:rect l="l" t="t" r="r" b="b"/>
              <a:pathLst>
                <a:path w="20" h="262" extrusionOk="0">
                  <a:moveTo>
                    <a:pt x="19" y="1"/>
                  </a:moveTo>
                  <a:lnTo>
                    <a:pt x="1" y="19"/>
                  </a:lnTo>
                  <a:lnTo>
                    <a:pt x="1" y="242"/>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p44"/>
            <p:cNvSpPr/>
            <p:nvPr/>
          </p:nvSpPr>
          <p:spPr>
            <a:xfrm>
              <a:off x="6064225" y="2057900"/>
              <a:ext cx="475" cy="7475"/>
            </a:xfrm>
            <a:custGeom>
              <a:avLst/>
              <a:gdLst/>
              <a:ahLst/>
              <a:cxnLst/>
              <a:rect l="l" t="t" r="r" b="b"/>
              <a:pathLst>
                <a:path w="19" h="299" extrusionOk="0">
                  <a:moveTo>
                    <a:pt x="19" y="1"/>
                  </a:moveTo>
                  <a:lnTo>
                    <a:pt x="0" y="20"/>
                  </a:lnTo>
                  <a:lnTo>
                    <a:pt x="0" y="280"/>
                  </a:lnTo>
                  <a:lnTo>
                    <a:pt x="19" y="29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p44"/>
            <p:cNvSpPr/>
            <p:nvPr/>
          </p:nvSpPr>
          <p:spPr>
            <a:xfrm>
              <a:off x="6064675" y="2057450"/>
              <a:ext cx="500" cy="8850"/>
            </a:xfrm>
            <a:custGeom>
              <a:avLst/>
              <a:gdLst/>
              <a:ahLst/>
              <a:cxnLst/>
              <a:rect l="l" t="t" r="r" b="b"/>
              <a:pathLst>
                <a:path w="20" h="354" extrusionOk="0">
                  <a:moveTo>
                    <a:pt x="19" y="0"/>
                  </a:moveTo>
                  <a:lnTo>
                    <a:pt x="1" y="19"/>
                  </a:lnTo>
                  <a:lnTo>
                    <a:pt x="1" y="317"/>
                  </a:lnTo>
                  <a:lnTo>
                    <a:pt x="19" y="35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44"/>
            <p:cNvSpPr/>
            <p:nvPr/>
          </p:nvSpPr>
          <p:spPr>
            <a:xfrm>
              <a:off x="6065150" y="2056975"/>
              <a:ext cx="950" cy="9800"/>
            </a:xfrm>
            <a:custGeom>
              <a:avLst/>
              <a:gdLst/>
              <a:ahLst/>
              <a:cxnLst/>
              <a:rect l="l" t="t" r="r" b="b"/>
              <a:pathLst>
                <a:path w="38" h="392" extrusionOk="0">
                  <a:moveTo>
                    <a:pt x="38" y="1"/>
                  </a:moveTo>
                  <a:lnTo>
                    <a:pt x="0" y="19"/>
                  </a:lnTo>
                  <a:lnTo>
                    <a:pt x="0" y="373"/>
                  </a:lnTo>
                  <a:lnTo>
                    <a:pt x="38" y="392"/>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 name="Google Shape;168;p44"/>
            <p:cNvSpPr/>
            <p:nvPr/>
          </p:nvSpPr>
          <p:spPr>
            <a:xfrm>
              <a:off x="6066075" y="2056525"/>
              <a:ext cx="500" cy="10725"/>
            </a:xfrm>
            <a:custGeom>
              <a:avLst/>
              <a:gdLst/>
              <a:ahLst/>
              <a:cxnLst/>
              <a:rect l="l" t="t" r="r" b="b"/>
              <a:pathLst>
                <a:path w="20" h="429" extrusionOk="0">
                  <a:moveTo>
                    <a:pt x="19" y="0"/>
                  </a:moveTo>
                  <a:lnTo>
                    <a:pt x="1" y="19"/>
                  </a:lnTo>
                  <a:lnTo>
                    <a:pt x="1"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 name="Google Shape;169;p44"/>
            <p:cNvSpPr/>
            <p:nvPr/>
          </p:nvSpPr>
          <p:spPr>
            <a:xfrm>
              <a:off x="6066550" y="2055575"/>
              <a:ext cx="475" cy="12125"/>
            </a:xfrm>
            <a:custGeom>
              <a:avLst/>
              <a:gdLst/>
              <a:ahLst/>
              <a:cxnLst/>
              <a:rect l="l" t="t" r="r" b="b"/>
              <a:pathLst>
                <a:path w="19" h="485" extrusionOk="0">
                  <a:moveTo>
                    <a:pt x="19" y="1"/>
                  </a:moveTo>
                  <a:lnTo>
                    <a:pt x="0" y="38"/>
                  </a:lnTo>
                  <a:lnTo>
                    <a:pt x="0" y="466"/>
                  </a:lnTo>
                  <a:lnTo>
                    <a:pt x="19" y="4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 name="Google Shape;170;p44"/>
            <p:cNvSpPr/>
            <p:nvPr/>
          </p:nvSpPr>
          <p:spPr>
            <a:xfrm>
              <a:off x="6067000" y="2055125"/>
              <a:ext cx="500" cy="13050"/>
            </a:xfrm>
            <a:custGeom>
              <a:avLst/>
              <a:gdLst/>
              <a:ahLst/>
              <a:cxnLst/>
              <a:rect l="l" t="t" r="r" b="b"/>
              <a:pathLst>
                <a:path w="20" h="522" extrusionOk="0">
                  <a:moveTo>
                    <a:pt x="20" y="0"/>
                  </a:moveTo>
                  <a:lnTo>
                    <a:pt x="1" y="19"/>
                  </a:lnTo>
                  <a:lnTo>
                    <a:pt x="1" y="503"/>
                  </a:lnTo>
                  <a:lnTo>
                    <a:pt x="20" y="52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 name="Google Shape;171;p44"/>
            <p:cNvSpPr/>
            <p:nvPr/>
          </p:nvSpPr>
          <p:spPr>
            <a:xfrm>
              <a:off x="6067475" y="2054650"/>
              <a:ext cx="500" cy="13975"/>
            </a:xfrm>
            <a:custGeom>
              <a:avLst/>
              <a:gdLst/>
              <a:ahLst/>
              <a:cxnLst/>
              <a:rect l="l" t="t" r="r" b="b"/>
              <a:pathLst>
                <a:path w="20" h="559" extrusionOk="0">
                  <a:moveTo>
                    <a:pt x="19" y="1"/>
                  </a:moveTo>
                  <a:lnTo>
                    <a:pt x="1" y="19"/>
                  </a:lnTo>
                  <a:lnTo>
                    <a:pt x="1" y="540"/>
                  </a:lnTo>
                  <a:lnTo>
                    <a:pt x="19" y="55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 name="Google Shape;172;p44"/>
            <p:cNvSpPr/>
            <p:nvPr/>
          </p:nvSpPr>
          <p:spPr>
            <a:xfrm>
              <a:off x="6067950" y="2054200"/>
              <a:ext cx="475" cy="15375"/>
            </a:xfrm>
            <a:custGeom>
              <a:avLst/>
              <a:gdLst/>
              <a:ahLst/>
              <a:cxnLst/>
              <a:rect l="l" t="t" r="r" b="b"/>
              <a:pathLst>
                <a:path w="19" h="615" extrusionOk="0">
                  <a:moveTo>
                    <a:pt x="19" y="0"/>
                  </a:moveTo>
                  <a:lnTo>
                    <a:pt x="0" y="19"/>
                  </a:lnTo>
                  <a:lnTo>
                    <a:pt x="0" y="577"/>
                  </a:lnTo>
                  <a:lnTo>
                    <a:pt x="19" y="61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 name="Google Shape;173;p44"/>
            <p:cNvSpPr/>
            <p:nvPr/>
          </p:nvSpPr>
          <p:spPr>
            <a:xfrm>
              <a:off x="6068400" y="2053725"/>
              <a:ext cx="950" cy="16300"/>
            </a:xfrm>
            <a:custGeom>
              <a:avLst/>
              <a:gdLst/>
              <a:ahLst/>
              <a:cxnLst/>
              <a:rect l="l" t="t" r="r" b="b"/>
              <a:pathLst>
                <a:path w="38" h="652" extrusionOk="0">
                  <a:moveTo>
                    <a:pt x="38" y="0"/>
                  </a:moveTo>
                  <a:lnTo>
                    <a:pt x="1" y="19"/>
                  </a:lnTo>
                  <a:lnTo>
                    <a:pt x="1" y="633"/>
                  </a:lnTo>
                  <a:lnTo>
                    <a:pt x="38" y="652"/>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 name="Google Shape;174;p44"/>
            <p:cNvSpPr/>
            <p:nvPr/>
          </p:nvSpPr>
          <p:spPr>
            <a:xfrm>
              <a:off x="6069325" y="2053250"/>
              <a:ext cx="500" cy="17250"/>
            </a:xfrm>
            <a:custGeom>
              <a:avLst/>
              <a:gdLst/>
              <a:ahLst/>
              <a:cxnLst/>
              <a:rect l="l" t="t" r="r" b="b"/>
              <a:pathLst>
                <a:path w="20" h="690" extrusionOk="0">
                  <a:moveTo>
                    <a:pt x="20" y="1"/>
                  </a:moveTo>
                  <a:lnTo>
                    <a:pt x="1" y="19"/>
                  </a:lnTo>
                  <a:lnTo>
                    <a:pt x="1" y="671"/>
                  </a:lnTo>
                  <a:lnTo>
                    <a:pt x="20" y="689"/>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 name="Google Shape;175;p44"/>
            <p:cNvSpPr/>
            <p:nvPr/>
          </p:nvSpPr>
          <p:spPr>
            <a:xfrm>
              <a:off x="6069800" y="2052325"/>
              <a:ext cx="500" cy="18650"/>
            </a:xfrm>
            <a:custGeom>
              <a:avLst/>
              <a:gdLst/>
              <a:ahLst/>
              <a:cxnLst/>
              <a:rect l="l" t="t" r="r" b="b"/>
              <a:pathLst>
                <a:path w="20" h="746" extrusionOk="0">
                  <a:moveTo>
                    <a:pt x="19" y="1"/>
                  </a:moveTo>
                  <a:lnTo>
                    <a:pt x="1" y="38"/>
                  </a:lnTo>
                  <a:lnTo>
                    <a:pt x="1" y="726"/>
                  </a:lnTo>
                  <a:lnTo>
                    <a:pt x="19" y="74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 name="Google Shape;176;p44"/>
            <p:cNvSpPr/>
            <p:nvPr/>
          </p:nvSpPr>
          <p:spPr>
            <a:xfrm>
              <a:off x="6070275" y="2051875"/>
              <a:ext cx="475" cy="19550"/>
            </a:xfrm>
            <a:custGeom>
              <a:avLst/>
              <a:gdLst/>
              <a:ahLst/>
              <a:cxnLst/>
              <a:rect l="l" t="t" r="r" b="b"/>
              <a:pathLst>
                <a:path w="19" h="782" extrusionOk="0">
                  <a:moveTo>
                    <a:pt x="19" y="0"/>
                  </a:moveTo>
                  <a:lnTo>
                    <a:pt x="0" y="19"/>
                  </a:lnTo>
                  <a:lnTo>
                    <a:pt x="0" y="763"/>
                  </a:lnTo>
                  <a:lnTo>
                    <a:pt x="19" y="78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 name="Google Shape;177;p44"/>
            <p:cNvSpPr/>
            <p:nvPr/>
          </p:nvSpPr>
          <p:spPr>
            <a:xfrm>
              <a:off x="6070725" y="2051400"/>
              <a:ext cx="500" cy="20500"/>
            </a:xfrm>
            <a:custGeom>
              <a:avLst/>
              <a:gdLst/>
              <a:ahLst/>
              <a:cxnLst/>
              <a:rect l="l" t="t" r="r" b="b"/>
              <a:pathLst>
                <a:path w="20" h="820" extrusionOk="0">
                  <a:moveTo>
                    <a:pt x="19" y="0"/>
                  </a:moveTo>
                  <a:lnTo>
                    <a:pt x="1" y="19"/>
                  </a:lnTo>
                  <a:lnTo>
                    <a:pt x="1" y="801"/>
                  </a:lnTo>
                  <a:lnTo>
                    <a:pt x="19" y="819"/>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 name="Google Shape;178;p44"/>
            <p:cNvSpPr/>
            <p:nvPr/>
          </p:nvSpPr>
          <p:spPr>
            <a:xfrm>
              <a:off x="6071200" y="2050925"/>
              <a:ext cx="500" cy="21900"/>
            </a:xfrm>
            <a:custGeom>
              <a:avLst/>
              <a:gdLst/>
              <a:ahLst/>
              <a:cxnLst/>
              <a:rect l="l" t="t" r="r" b="b"/>
              <a:pathLst>
                <a:path w="20" h="876" extrusionOk="0">
                  <a:moveTo>
                    <a:pt x="19" y="1"/>
                  </a:moveTo>
                  <a:lnTo>
                    <a:pt x="0" y="19"/>
                  </a:lnTo>
                  <a:lnTo>
                    <a:pt x="0" y="838"/>
                  </a:lnTo>
                  <a:lnTo>
                    <a:pt x="19" y="87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 name="Google Shape;179;p44"/>
            <p:cNvSpPr/>
            <p:nvPr/>
          </p:nvSpPr>
          <p:spPr>
            <a:xfrm>
              <a:off x="6071675" y="2050475"/>
              <a:ext cx="950" cy="22825"/>
            </a:xfrm>
            <a:custGeom>
              <a:avLst/>
              <a:gdLst/>
              <a:ahLst/>
              <a:cxnLst/>
              <a:rect l="l" t="t" r="r" b="b"/>
              <a:pathLst>
                <a:path w="38" h="913" extrusionOk="0">
                  <a:moveTo>
                    <a:pt x="37" y="0"/>
                  </a:moveTo>
                  <a:lnTo>
                    <a:pt x="0" y="19"/>
                  </a:lnTo>
                  <a:lnTo>
                    <a:pt x="0" y="893"/>
                  </a:lnTo>
                  <a:lnTo>
                    <a:pt x="37" y="912"/>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 name="Google Shape;180;p44"/>
            <p:cNvSpPr/>
            <p:nvPr/>
          </p:nvSpPr>
          <p:spPr>
            <a:xfrm>
              <a:off x="6072600" y="2050000"/>
              <a:ext cx="475" cy="23750"/>
            </a:xfrm>
            <a:custGeom>
              <a:avLst/>
              <a:gdLst/>
              <a:ahLst/>
              <a:cxnLst/>
              <a:rect l="l" t="t" r="r" b="b"/>
              <a:pathLst>
                <a:path w="19" h="950" extrusionOk="0">
                  <a:moveTo>
                    <a:pt x="19" y="1"/>
                  </a:moveTo>
                  <a:lnTo>
                    <a:pt x="0" y="19"/>
                  </a:lnTo>
                  <a:lnTo>
                    <a:pt x="0" y="931"/>
                  </a:lnTo>
                  <a:lnTo>
                    <a:pt x="19" y="95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p44"/>
            <p:cNvSpPr/>
            <p:nvPr/>
          </p:nvSpPr>
          <p:spPr>
            <a:xfrm>
              <a:off x="6073050" y="2049075"/>
              <a:ext cx="500" cy="25150"/>
            </a:xfrm>
            <a:custGeom>
              <a:avLst/>
              <a:gdLst/>
              <a:ahLst/>
              <a:cxnLst/>
              <a:rect l="l" t="t" r="r" b="b"/>
              <a:pathLst>
                <a:path w="20" h="1006" extrusionOk="0">
                  <a:moveTo>
                    <a:pt x="19" y="0"/>
                  </a:moveTo>
                  <a:lnTo>
                    <a:pt x="1" y="38"/>
                  </a:lnTo>
                  <a:lnTo>
                    <a:pt x="1" y="987"/>
                  </a:lnTo>
                  <a:lnTo>
                    <a:pt x="19" y="1005"/>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44"/>
            <p:cNvSpPr/>
            <p:nvPr/>
          </p:nvSpPr>
          <p:spPr>
            <a:xfrm>
              <a:off x="6073525" y="2048600"/>
              <a:ext cx="500" cy="26075"/>
            </a:xfrm>
            <a:custGeom>
              <a:avLst/>
              <a:gdLst/>
              <a:ahLst/>
              <a:cxnLst/>
              <a:rect l="l" t="t" r="r" b="b"/>
              <a:pathLst>
                <a:path w="20" h="1043" extrusionOk="0">
                  <a:moveTo>
                    <a:pt x="19" y="1"/>
                  </a:moveTo>
                  <a:lnTo>
                    <a:pt x="0" y="19"/>
                  </a:lnTo>
                  <a:lnTo>
                    <a:pt x="0" y="1024"/>
                  </a:lnTo>
                  <a:lnTo>
                    <a:pt x="19" y="104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44"/>
            <p:cNvSpPr/>
            <p:nvPr/>
          </p:nvSpPr>
          <p:spPr>
            <a:xfrm>
              <a:off x="6074000" y="2048150"/>
              <a:ext cx="475" cy="27000"/>
            </a:xfrm>
            <a:custGeom>
              <a:avLst/>
              <a:gdLst/>
              <a:ahLst/>
              <a:cxnLst/>
              <a:rect l="l" t="t" r="r" b="b"/>
              <a:pathLst>
                <a:path w="19" h="1080" extrusionOk="0">
                  <a:moveTo>
                    <a:pt x="19" y="0"/>
                  </a:moveTo>
                  <a:lnTo>
                    <a:pt x="0" y="19"/>
                  </a:lnTo>
                  <a:lnTo>
                    <a:pt x="0" y="1061"/>
                  </a:lnTo>
                  <a:lnTo>
                    <a:pt x="19" y="108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44"/>
            <p:cNvSpPr/>
            <p:nvPr/>
          </p:nvSpPr>
          <p:spPr>
            <a:xfrm>
              <a:off x="6074450" y="2047675"/>
              <a:ext cx="500" cy="28400"/>
            </a:xfrm>
            <a:custGeom>
              <a:avLst/>
              <a:gdLst/>
              <a:ahLst/>
              <a:cxnLst/>
              <a:rect l="l" t="t" r="r" b="b"/>
              <a:pathLst>
                <a:path w="20" h="1136" extrusionOk="0">
                  <a:moveTo>
                    <a:pt x="19" y="1"/>
                  </a:moveTo>
                  <a:lnTo>
                    <a:pt x="1" y="19"/>
                  </a:lnTo>
                  <a:lnTo>
                    <a:pt x="1" y="1099"/>
                  </a:lnTo>
                  <a:lnTo>
                    <a:pt x="19" y="113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 name="Google Shape;185;p44"/>
            <p:cNvSpPr/>
            <p:nvPr/>
          </p:nvSpPr>
          <p:spPr>
            <a:xfrm>
              <a:off x="6074925" y="2047200"/>
              <a:ext cx="950" cy="29350"/>
            </a:xfrm>
            <a:custGeom>
              <a:avLst/>
              <a:gdLst/>
              <a:ahLst/>
              <a:cxnLst/>
              <a:rect l="l" t="t" r="r" b="b"/>
              <a:pathLst>
                <a:path w="38" h="1174" extrusionOk="0">
                  <a:moveTo>
                    <a:pt x="38" y="1"/>
                  </a:moveTo>
                  <a:lnTo>
                    <a:pt x="0" y="20"/>
                  </a:lnTo>
                  <a:lnTo>
                    <a:pt x="0" y="1155"/>
                  </a:lnTo>
                  <a:lnTo>
                    <a:pt x="38" y="1173"/>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p44"/>
            <p:cNvSpPr/>
            <p:nvPr/>
          </p:nvSpPr>
          <p:spPr>
            <a:xfrm>
              <a:off x="6075850" y="2046750"/>
              <a:ext cx="500" cy="30250"/>
            </a:xfrm>
            <a:custGeom>
              <a:avLst/>
              <a:gdLst/>
              <a:ahLst/>
              <a:cxnLst/>
              <a:rect l="l" t="t" r="r" b="b"/>
              <a:pathLst>
                <a:path w="20" h="1210" extrusionOk="0">
                  <a:moveTo>
                    <a:pt x="19" y="0"/>
                  </a:moveTo>
                  <a:lnTo>
                    <a:pt x="1" y="19"/>
                  </a:lnTo>
                  <a:lnTo>
                    <a:pt x="1" y="1191"/>
                  </a:lnTo>
                  <a:lnTo>
                    <a:pt x="19" y="121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 name="Google Shape;187;p44"/>
            <p:cNvSpPr/>
            <p:nvPr/>
          </p:nvSpPr>
          <p:spPr>
            <a:xfrm>
              <a:off x="6076325" y="2045825"/>
              <a:ext cx="475" cy="31650"/>
            </a:xfrm>
            <a:custGeom>
              <a:avLst/>
              <a:gdLst/>
              <a:ahLst/>
              <a:cxnLst/>
              <a:rect l="l" t="t" r="r" b="b"/>
              <a:pathLst>
                <a:path w="19" h="1266" extrusionOk="0">
                  <a:moveTo>
                    <a:pt x="19" y="0"/>
                  </a:moveTo>
                  <a:lnTo>
                    <a:pt x="0" y="37"/>
                  </a:lnTo>
                  <a:lnTo>
                    <a:pt x="0" y="1247"/>
                  </a:lnTo>
                  <a:lnTo>
                    <a:pt x="19" y="126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 name="Google Shape;188;p44"/>
            <p:cNvSpPr/>
            <p:nvPr/>
          </p:nvSpPr>
          <p:spPr>
            <a:xfrm>
              <a:off x="6076775" y="2045350"/>
              <a:ext cx="500" cy="32600"/>
            </a:xfrm>
            <a:custGeom>
              <a:avLst/>
              <a:gdLst/>
              <a:ahLst/>
              <a:cxnLst/>
              <a:rect l="l" t="t" r="r" b="b"/>
              <a:pathLst>
                <a:path w="20" h="1304" extrusionOk="0">
                  <a:moveTo>
                    <a:pt x="19" y="0"/>
                  </a:moveTo>
                  <a:lnTo>
                    <a:pt x="1" y="19"/>
                  </a:lnTo>
                  <a:lnTo>
                    <a:pt x="1" y="1285"/>
                  </a:lnTo>
                  <a:lnTo>
                    <a:pt x="19" y="130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 name="Google Shape;189;p44"/>
            <p:cNvSpPr/>
            <p:nvPr/>
          </p:nvSpPr>
          <p:spPr>
            <a:xfrm>
              <a:off x="6077250" y="2044875"/>
              <a:ext cx="475" cy="33525"/>
            </a:xfrm>
            <a:custGeom>
              <a:avLst/>
              <a:gdLst/>
              <a:ahLst/>
              <a:cxnLst/>
              <a:rect l="l" t="t" r="r" b="b"/>
              <a:pathLst>
                <a:path w="19" h="1341" extrusionOk="0">
                  <a:moveTo>
                    <a:pt x="19" y="1"/>
                  </a:moveTo>
                  <a:lnTo>
                    <a:pt x="0" y="19"/>
                  </a:lnTo>
                  <a:lnTo>
                    <a:pt x="0" y="1322"/>
                  </a:lnTo>
                  <a:lnTo>
                    <a:pt x="19" y="134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 name="Google Shape;190;p44"/>
            <p:cNvSpPr/>
            <p:nvPr/>
          </p:nvSpPr>
          <p:spPr>
            <a:xfrm>
              <a:off x="6077700" y="2044425"/>
              <a:ext cx="500" cy="34925"/>
            </a:xfrm>
            <a:custGeom>
              <a:avLst/>
              <a:gdLst/>
              <a:ahLst/>
              <a:cxnLst/>
              <a:rect l="l" t="t" r="r" b="b"/>
              <a:pathLst>
                <a:path w="20" h="1397" extrusionOk="0">
                  <a:moveTo>
                    <a:pt x="20" y="0"/>
                  </a:moveTo>
                  <a:lnTo>
                    <a:pt x="1" y="19"/>
                  </a:lnTo>
                  <a:lnTo>
                    <a:pt x="1" y="1359"/>
                  </a:lnTo>
                  <a:lnTo>
                    <a:pt x="20" y="139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p44"/>
            <p:cNvSpPr/>
            <p:nvPr/>
          </p:nvSpPr>
          <p:spPr>
            <a:xfrm>
              <a:off x="6078175" y="2043950"/>
              <a:ext cx="950" cy="35850"/>
            </a:xfrm>
            <a:custGeom>
              <a:avLst/>
              <a:gdLst/>
              <a:ahLst/>
              <a:cxnLst/>
              <a:rect l="l" t="t" r="r" b="b"/>
              <a:pathLst>
                <a:path w="38" h="1434" extrusionOk="0">
                  <a:moveTo>
                    <a:pt x="38" y="1"/>
                  </a:moveTo>
                  <a:lnTo>
                    <a:pt x="1" y="19"/>
                  </a:lnTo>
                  <a:lnTo>
                    <a:pt x="1" y="1415"/>
                  </a:lnTo>
                  <a:lnTo>
                    <a:pt x="38" y="143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p44"/>
            <p:cNvSpPr/>
            <p:nvPr/>
          </p:nvSpPr>
          <p:spPr>
            <a:xfrm>
              <a:off x="6079100" y="2043500"/>
              <a:ext cx="500" cy="36775"/>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p44"/>
            <p:cNvSpPr/>
            <p:nvPr/>
          </p:nvSpPr>
          <p:spPr>
            <a:xfrm>
              <a:off x="6079575" y="2042550"/>
              <a:ext cx="500" cy="38175"/>
            </a:xfrm>
            <a:custGeom>
              <a:avLst/>
              <a:gdLst/>
              <a:ahLst/>
              <a:cxnLst/>
              <a:rect l="l" t="t" r="r" b="b"/>
              <a:pathLst>
                <a:path w="20" h="1527" extrusionOk="0">
                  <a:moveTo>
                    <a:pt x="19" y="1"/>
                  </a:moveTo>
                  <a:lnTo>
                    <a:pt x="0" y="38"/>
                  </a:lnTo>
                  <a:lnTo>
                    <a:pt x="0" y="1508"/>
                  </a:lnTo>
                  <a:lnTo>
                    <a:pt x="19" y="152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 name="Google Shape;194;p44"/>
            <p:cNvSpPr/>
            <p:nvPr/>
          </p:nvSpPr>
          <p:spPr>
            <a:xfrm>
              <a:off x="6080050" y="2042100"/>
              <a:ext cx="475" cy="39100"/>
            </a:xfrm>
            <a:custGeom>
              <a:avLst/>
              <a:gdLst/>
              <a:ahLst/>
              <a:cxnLst/>
              <a:rect l="l" t="t" r="r" b="b"/>
              <a:pathLst>
                <a:path w="19" h="1564" extrusionOk="0">
                  <a:moveTo>
                    <a:pt x="19" y="0"/>
                  </a:moveTo>
                  <a:lnTo>
                    <a:pt x="0" y="19"/>
                  </a:lnTo>
                  <a:lnTo>
                    <a:pt x="0" y="1545"/>
                  </a:lnTo>
                  <a:lnTo>
                    <a:pt x="19" y="156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 name="Google Shape;195;p44"/>
            <p:cNvSpPr/>
            <p:nvPr/>
          </p:nvSpPr>
          <p:spPr>
            <a:xfrm>
              <a:off x="6080500" y="2041625"/>
              <a:ext cx="500" cy="40050"/>
            </a:xfrm>
            <a:custGeom>
              <a:avLst/>
              <a:gdLst/>
              <a:ahLst/>
              <a:cxnLst/>
              <a:rect l="l" t="t" r="r" b="b"/>
              <a:pathLst>
                <a:path w="20" h="1602" extrusionOk="0">
                  <a:moveTo>
                    <a:pt x="19" y="1"/>
                  </a:moveTo>
                  <a:lnTo>
                    <a:pt x="1" y="19"/>
                  </a:lnTo>
                  <a:lnTo>
                    <a:pt x="1" y="1582"/>
                  </a:lnTo>
                  <a:lnTo>
                    <a:pt x="19" y="160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 name="Google Shape;196;p44"/>
            <p:cNvSpPr/>
            <p:nvPr/>
          </p:nvSpPr>
          <p:spPr>
            <a:xfrm>
              <a:off x="6080975" y="2041150"/>
              <a:ext cx="475" cy="41450"/>
            </a:xfrm>
            <a:custGeom>
              <a:avLst/>
              <a:gdLst/>
              <a:ahLst/>
              <a:cxnLst/>
              <a:rect l="l" t="t" r="r" b="b"/>
              <a:pathLst>
                <a:path w="19" h="1658" extrusionOk="0">
                  <a:moveTo>
                    <a:pt x="19" y="1"/>
                  </a:moveTo>
                  <a:lnTo>
                    <a:pt x="0" y="20"/>
                  </a:lnTo>
                  <a:lnTo>
                    <a:pt x="0" y="1620"/>
                  </a:lnTo>
                  <a:lnTo>
                    <a:pt x="19" y="165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 name="Google Shape;197;p44"/>
            <p:cNvSpPr/>
            <p:nvPr/>
          </p:nvSpPr>
          <p:spPr>
            <a:xfrm>
              <a:off x="6081425" y="2040700"/>
              <a:ext cx="975" cy="42350"/>
            </a:xfrm>
            <a:custGeom>
              <a:avLst/>
              <a:gdLst/>
              <a:ahLst/>
              <a:cxnLst/>
              <a:rect l="l" t="t" r="r" b="b"/>
              <a:pathLst>
                <a:path w="39" h="1694" extrusionOk="0">
                  <a:moveTo>
                    <a:pt x="38" y="0"/>
                  </a:moveTo>
                  <a:lnTo>
                    <a:pt x="1" y="19"/>
                  </a:lnTo>
                  <a:lnTo>
                    <a:pt x="1" y="1675"/>
                  </a:lnTo>
                  <a:lnTo>
                    <a:pt x="38" y="169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 name="Google Shape;198;p44"/>
            <p:cNvSpPr/>
            <p:nvPr/>
          </p:nvSpPr>
          <p:spPr>
            <a:xfrm>
              <a:off x="6082375" y="2040225"/>
              <a:ext cx="475" cy="43300"/>
            </a:xfrm>
            <a:custGeom>
              <a:avLst/>
              <a:gdLst/>
              <a:ahLst/>
              <a:cxnLst/>
              <a:rect l="l" t="t" r="r" b="b"/>
              <a:pathLst>
                <a:path w="19" h="1732" extrusionOk="0">
                  <a:moveTo>
                    <a:pt x="19" y="1"/>
                  </a:moveTo>
                  <a:lnTo>
                    <a:pt x="0" y="19"/>
                  </a:lnTo>
                  <a:lnTo>
                    <a:pt x="0" y="1713"/>
                  </a:lnTo>
                  <a:lnTo>
                    <a:pt x="19" y="173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 name="Google Shape;199;p44"/>
            <p:cNvSpPr/>
            <p:nvPr/>
          </p:nvSpPr>
          <p:spPr>
            <a:xfrm>
              <a:off x="6082825" y="2039300"/>
              <a:ext cx="500" cy="44700"/>
            </a:xfrm>
            <a:custGeom>
              <a:avLst/>
              <a:gdLst/>
              <a:ahLst/>
              <a:cxnLst/>
              <a:rect l="l" t="t" r="r" b="b"/>
              <a:pathLst>
                <a:path w="20" h="1788" extrusionOk="0">
                  <a:moveTo>
                    <a:pt x="19" y="1"/>
                  </a:moveTo>
                  <a:lnTo>
                    <a:pt x="1" y="38"/>
                  </a:lnTo>
                  <a:lnTo>
                    <a:pt x="1" y="1769"/>
                  </a:lnTo>
                  <a:lnTo>
                    <a:pt x="19" y="178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 name="Google Shape;200;p44"/>
            <p:cNvSpPr/>
            <p:nvPr/>
          </p:nvSpPr>
          <p:spPr>
            <a:xfrm>
              <a:off x="6083300" y="2038825"/>
              <a:ext cx="475" cy="45625"/>
            </a:xfrm>
            <a:custGeom>
              <a:avLst/>
              <a:gdLst/>
              <a:ahLst/>
              <a:cxnLst/>
              <a:rect l="l" t="t" r="r" b="b"/>
              <a:pathLst>
                <a:path w="19" h="1825" extrusionOk="0">
                  <a:moveTo>
                    <a:pt x="19" y="1"/>
                  </a:moveTo>
                  <a:lnTo>
                    <a:pt x="0" y="20"/>
                  </a:lnTo>
                  <a:lnTo>
                    <a:pt x="0" y="1806"/>
                  </a:lnTo>
                  <a:lnTo>
                    <a:pt x="19" y="182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 name="Google Shape;201;p44"/>
            <p:cNvSpPr/>
            <p:nvPr/>
          </p:nvSpPr>
          <p:spPr>
            <a:xfrm>
              <a:off x="6083750" y="2038375"/>
              <a:ext cx="500" cy="46550"/>
            </a:xfrm>
            <a:custGeom>
              <a:avLst/>
              <a:gdLst/>
              <a:ahLst/>
              <a:cxnLst/>
              <a:rect l="l" t="t" r="r" b="b"/>
              <a:pathLst>
                <a:path w="20" h="1862" extrusionOk="0">
                  <a:moveTo>
                    <a:pt x="20" y="0"/>
                  </a:moveTo>
                  <a:lnTo>
                    <a:pt x="1" y="19"/>
                  </a:lnTo>
                  <a:lnTo>
                    <a:pt x="1" y="1843"/>
                  </a:lnTo>
                  <a:lnTo>
                    <a:pt x="20" y="186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p44"/>
            <p:cNvSpPr/>
            <p:nvPr/>
          </p:nvSpPr>
          <p:spPr>
            <a:xfrm>
              <a:off x="6084225" y="2037900"/>
              <a:ext cx="500" cy="47950"/>
            </a:xfrm>
            <a:custGeom>
              <a:avLst/>
              <a:gdLst/>
              <a:ahLst/>
              <a:cxnLst/>
              <a:rect l="l" t="t" r="r" b="b"/>
              <a:pathLst>
                <a:path w="20" h="1918" extrusionOk="0">
                  <a:moveTo>
                    <a:pt x="19" y="1"/>
                  </a:moveTo>
                  <a:lnTo>
                    <a:pt x="1" y="19"/>
                  </a:lnTo>
                  <a:lnTo>
                    <a:pt x="1" y="1880"/>
                  </a:lnTo>
                  <a:lnTo>
                    <a:pt x="19" y="191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 name="Google Shape;203;p44"/>
            <p:cNvSpPr/>
            <p:nvPr/>
          </p:nvSpPr>
          <p:spPr>
            <a:xfrm>
              <a:off x="6084700" y="2037450"/>
              <a:ext cx="950" cy="48875"/>
            </a:xfrm>
            <a:custGeom>
              <a:avLst/>
              <a:gdLst/>
              <a:ahLst/>
              <a:cxnLst/>
              <a:rect l="l" t="t" r="r" b="b"/>
              <a:pathLst>
                <a:path w="38" h="1955" extrusionOk="0">
                  <a:moveTo>
                    <a:pt x="37" y="0"/>
                  </a:moveTo>
                  <a:lnTo>
                    <a:pt x="0" y="19"/>
                  </a:lnTo>
                  <a:lnTo>
                    <a:pt x="0" y="1936"/>
                  </a:lnTo>
                  <a:lnTo>
                    <a:pt x="37" y="1954"/>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 name="Google Shape;204;p44"/>
            <p:cNvSpPr/>
            <p:nvPr/>
          </p:nvSpPr>
          <p:spPr>
            <a:xfrm>
              <a:off x="6085625" y="2036975"/>
              <a:ext cx="475" cy="49800"/>
            </a:xfrm>
            <a:custGeom>
              <a:avLst/>
              <a:gdLst/>
              <a:ahLst/>
              <a:cxnLst/>
              <a:rect l="l" t="t" r="r" b="b"/>
              <a:pathLst>
                <a:path w="19" h="1992" extrusionOk="0">
                  <a:moveTo>
                    <a:pt x="19" y="0"/>
                  </a:moveTo>
                  <a:lnTo>
                    <a:pt x="0" y="19"/>
                  </a:lnTo>
                  <a:lnTo>
                    <a:pt x="0" y="1973"/>
                  </a:lnTo>
                  <a:lnTo>
                    <a:pt x="19" y="199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p44"/>
            <p:cNvSpPr/>
            <p:nvPr/>
          </p:nvSpPr>
          <p:spPr>
            <a:xfrm>
              <a:off x="6086075" y="2036050"/>
              <a:ext cx="500" cy="51200"/>
            </a:xfrm>
            <a:custGeom>
              <a:avLst/>
              <a:gdLst/>
              <a:ahLst/>
              <a:cxnLst/>
              <a:rect l="l" t="t" r="r" b="b"/>
              <a:pathLst>
                <a:path w="20" h="2048" extrusionOk="0">
                  <a:moveTo>
                    <a:pt x="20" y="0"/>
                  </a:moveTo>
                  <a:lnTo>
                    <a:pt x="1" y="37"/>
                  </a:lnTo>
                  <a:lnTo>
                    <a:pt x="1" y="2029"/>
                  </a:lnTo>
                  <a:lnTo>
                    <a:pt x="20" y="204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 name="Google Shape;206;p44"/>
            <p:cNvSpPr/>
            <p:nvPr/>
          </p:nvSpPr>
          <p:spPr>
            <a:xfrm>
              <a:off x="6086550" y="2035575"/>
              <a:ext cx="500" cy="52150"/>
            </a:xfrm>
            <a:custGeom>
              <a:avLst/>
              <a:gdLst/>
              <a:ahLst/>
              <a:cxnLst/>
              <a:rect l="l" t="t" r="r" b="b"/>
              <a:pathLst>
                <a:path w="20" h="2086" extrusionOk="0">
                  <a:moveTo>
                    <a:pt x="19" y="1"/>
                  </a:moveTo>
                  <a:lnTo>
                    <a:pt x="1" y="19"/>
                  </a:lnTo>
                  <a:lnTo>
                    <a:pt x="1" y="2066"/>
                  </a:lnTo>
                  <a:lnTo>
                    <a:pt x="19" y="20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 name="Google Shape;207;p44"/>
            <p:cNvSpPr/>
            <p:nvPr/>
          </p:nvSpPr>
          <p:spPr>
            <a:xfrm>
              <a:off x="6087025" y="2035125"/>
              <a:ext cx="475" cy="53050"/>
            </a:xfrm>
            <a:custGeom>
              <a:avLst/>
              <a:gdLst/>
              <a:ahLst/>
              <a:cxnLst/>
              <a:rect l="l" t="t" r="r" b="b"/>
              <a:pathLst>
                <a:path w="19" h="2122" extrusionOk="0">
                  <a:moveTo>
                    <a:pt x="19" y="0"/>
                  </a:moveTo>
                  <a:lnTo>
                    <a:pt x="0" y="19"/>
                  </a:lnTo>
                  <a:lnTo>
                    <a:pt x="0" y="2103"/>
                  </a:lnTo>
                  <a:lnTo>
                    <a:pt x="19" y="21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 name="Google Shape;208;p44"/>
            <p:cNvSpPr/>
            <p:nvPr/>
          </p:nvSpPr>
          <p:spPr>
            <a:xfrm>
              <a:off x="6087475" y="2034650"/>
              <a:ext cx="500" cy="54450"/>
            </a:xfrm>
            <a:custGeom>
              <a:avLst/>
              <a:gdLst/>
              <a:ahLst/>
              <a:cxnLst/>
              <a:rect l="l" t="t" r="r" b="b"/>
              <a:pathLst>
                <a:path w="20" h="2178" extrusionOk="0">
                  <a:moveTo>
                    <a:pt x="19" y="0"/>
                  </a:moveTo>
                  <a:lnTo>
                    <a:pt x="1" y="19"/>
                  </a:lnTo>
                  <a:lnTo>
                    <a:pt x="1" y="2141"/>
                  </a:lnTo>
                  <a:lnTo>
                    <a:pt x="19" y="217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 name="Google Shape;209;p44"/>
            <p:cNvSpPr/>
            <p:nvPr/>
          </p:nvSpPr>
          <p:spPr>
            <a:xfrm>
              <a:off x="6087950" y="2034175"/>
              <a:ext cx="950" cy="55400"/>
            </a:xfrm>
            <a:custGeom>
              <a:avLst/>
              <a:gdLst/>
              <a:ahLst/>
              <a:cxnLst/>
              <a:rect l="l" t="t" r="r" b="b"/>
              <a:pathLst>
                <a:path w="38" h="2216" extrusionOk="0">
                  <a:moveTo>
                    <a:pt x="38" y="1"/>
                  </a:moveTo>
                  <a:lnTo>
                    <a:pt x="0" y="19"/>
                  </a:lnTo>
                  <a:lnTo>
                    <a:pt x="0" y="2197"/>
                  </a:lnTo>
                  <a:lnTo>
                    <a:pt x="38" y="2215"/>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 name="Google Shape;210;p44"/>
            <p:cNvSpPr/>
            <p:nvPr/>
          </p:nvSpPr>
          <p:spPr>
            <a:xfrm>
              <a:off x="6088875" y="2033725"/>
              <a:ext cx="500" cy="56325"/>
            </a:xfrm>
            <a:custGeom>
              <a:avLst/>
              <a:gdLst/>
              <a:ahLst/>
              <a:cxnLst/>
              <a:rect l="l" t="t" r="r" b="b"/>
              <a:pathLst>
                <a:path w="20" h="2253" extrusionOk="0">
                  <a:moveTo>
                    <a:pt x="19" y="0"/>
                  </a:moveTo>
                  <a:lnTo>
                    <a:pt x="1" y="19"/>
                  </a:lnTo>
                  <a:lnTo>
                    <a:pt x="1" y="2233"/>
                  </a:lnTo>
                  <a:lnTo>
                    <a:pt x="19" y="225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 name="Google Shape;211;p44"/>
            <p:cNvSpPr/>
            <p:nvPr/>
          </p:nvSpPr>
          <p:spPr>
            <a:xfrm>
              <a:off x="6089350" y="2032775"/>
              <a:ext cx="475" cy="57725"/>
            </a:xfrm>
            <a:custGeom>
              <a:avLst/>
              <a:gdLst/>
              <a:ahLst/>
              <a:cxnLst/>
              <a:rect l="l" t="t" r="r" b="b"/>
              <a:pathLst>
                <a:path w="19" h="2309" extrusionOk="0">
                  <a:moveTo>
                    <a:pt x="19" y="1"/>
                  </a:moveTo>
                  <a:lnTo>
                    <a:pt x="0" y="38"/>
                  </a:lnTo>
                  <a:lnTo>
                    <a:pt x="0" y="2290"/>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 name="Google Shape;212;p44"/>
            <p:cNvSpPr/>
            <p:nvPr/>
          </p:nvSpPr>
          <p:spPr>
            <a:xfrm>
              <a:off x="6089800" y="2032775"/>
              <a:ext cx="500" cy="58200"/>
            </a:xfrm>
            <a:custGeom>
              <a:avLst/>
              <a:gdLst/>
              <a:ahLst/>
              <a:cxnLst/>
              <a:rect l="l" t="t" r="r" b="b"/>
              <a:pathLst>
                <a:path w="20" h="2328" extrusionOk="0">
                  <a:moveTo>
                    <a:pt x="1" y="1"/>
                  </a:moveTo>
                  <a:lnTo>
                    <a:pt x="1" y="2309"/>
                  </a:lnTo>
                  <a:lnTo>
                    <a:pt x="19" y="2327"/>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 name="Google Shape;213;p44"/>
            <p:cNvSpPr/>
            <p:nvPr/>
          </p:nvSpPr>
          <p:spPr>
            <a:xfrm>
              <a:off x="6090275" y="2032775"/>
              <a:ext cx="500" cy="57725"/>
            </a:xfrm>
            <a:custGeom>
              <a:avLst/>
              <a:gdLst/>
              <a:ahLst/>
              <a:cxnLst/>
              <a:rect l="l" t="t" r="r" b="b"/>
              <a:pathLst>
                <a:path w="20" h="2309" extrusionOk="0">
                  <a:moveTo>
                    <a:pt x="0" y="1"/>
                  </a:moveTo>
                  <a:lnTo>
                    <a:pt x="0" y="2309"/>
                  </a:lnTo>
                  <a:lnTo>
                    <a:pt x="19" y="229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 name="Google Shape;214;p44"/>
            <p:cNvSpPr/>
            <p:nvPr/>
          </p:nvSpPr>
          <p:spPr>
            <a:xfrm>
              <a:off x="6090750" y="2033250"/>
              <a:ext cx="475" cy="56800"/>
            </a:xfrm>
            <a:custGeom>
              <a:avLst/>
              <a:gdLst/>
              <a:ahLst/>
              <a:cxnLst/>
              <a:rect l="l" t="t" r="r" b="b"/>
              <a:pathLst>
                <a:path w="19" h="2272" extrusionOk="0">
                  <a:moveTo>
                    <a:pt x="0" y="1"/>
                  </a:moveTo>
                  <a:lnTo>
                    <a:pt x="0" y="2271"/>
                  </a:lnTo>
                  <a:lnTo>
                    <a:pt x="19" y="2252"/>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 name="Google Shape;215;p44"/>
            <p:cNvSpPr/>
            <p:nvPr/>
          </p:nvSpPr>
          <p:spPr>
            <a:xfrm>
              <a:off x="6091200" y="2034175"/>
              <a:ext cx="950" cy="55400"/>
            </a:xfrm>
            <a:custGeom>
              <a:avLst/>
              <a:gdLst/>
              <a:ahLst/>
              <a:cxnLst/>
              <a:rect l="l" t="t" r="r" b="b"/>
              <a:pathLst>
                <a:path w="38" h="2216" extrusionOk="0">
                  <a:moveTo>
                    <a:pt x="1" y="1"/>
                  </a:moveTo>
                  <a:lnTo>
                    <a:pt x="1" y="2215"/>
                  </a:lnTo>
                  <a:lnTo>
                    <a:pt x="38" y="2197"/>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 name="Google Shape;216;p44"/>
            <p:cNvSpPr/>
            <p:nvPr/>
          </p:nvSpPr>
          <p:spPr>
            <a:xfrm>
              <a:off x="6092125" y="2034650"/>
              <a:ext cx="500" cy="54450"/>
            </a:xfrm>
            <a:custGeom>
              <a:avLst/>
              <a:gdLst/>
              <a:ahLst/>
              <a:cxnLst/>
              <a:rect l="l" t="t" r="r" b="b"/>
              <a:pathLst>
                <a:path w="20" h="2178" extrusionOk="0">
                  <a:moveTo>
                    <a:pt x="1" y="0"/>
                  </a:moveTo>
                  <a:lnTo>
                    <a:pt x="1" y="2178"/>
                  </a:lnTo>
                  <a:lnTo>
                    <a:pt x="20" y="214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 name="Google Shape;217;p44"/>
            <p:cNvSpPr/>
            <p:nvPr/>
          </p:nvSpPr>
          <p:spPr>
            <a:xfrm>
              <a:off x="6092600" y="2035125"/>
              <a:ext cx="500" cy="53050"/>
            </a:xfrm>
            <a:custGeom>
              <a:avLst/>
              <a:gdLst/>
              <a:ahLst/>
              <a:cxnLst/>
              <a:rect l="l" t="t" r="r" b="b"/>
              <a:pathLst>
                <a:path w="20" h="2122" extrusionOk="0">
                  <a:moveTo>
                    <a:pt x="1" y="0"/>
                  </a:moveTo>
                  <a:lnTo>
                    <a:pt x="1" y="2122"/>
                  </a:lnTo>
                  <a:lnTo>
                    <a:pt x="19" y="21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 name="Google Shape;218;p44"/>
            <p:cNvSpPr/>
            <p:nvPr/>
          </p:nvSpPr>
          <p:spPr>
            <a:xfrm>
              <a:off x="6093075" y="2035575"/>
              <a:ext cx="475" cy="52150"/>
            </a:xfrm>
            <a:custGeom>
              <a:avLst/>
              <a:gdLst/>
              <a:ahLst/>
              <a:cxnLst/>
              <a:rect l="l" t="t" r="r" b="b"/>
              <a:pathLst>
                <a:path w="19" h="2086" extrusionOk="0">
                  <a:moveTo>
                    <a:pt x="0" y="1"/>
                  </a:moveTo>
                  <a:lnTo>
                    <a:pt x="0" y="2085"/>
                  </a:lnTo>
                  <a:lnTo>
                    <a:pt x="19" y="206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 name="Google Shape;219;p44"/>
            <p:cNvSpPr/>
            <p:nvPr/>
          </p:nvSpPr>
          <p:spPr>
            <a:xfrm>
              <a:off x="6093525" y="2036050"/>
              <a:ext cx="500" cy="51200"/>
            </a:xfrm>
            <a:custGeom>
              <a:avLst/>
              <a:gdLst/>
              <a:ahLst/>
              <a:cxnLst/>
              <a:rect l="l" t="t" r="r" b="b"/>
              <a:pathLst>
                <a:path w="20" h="2048" extrusionOk="0">
                  <a:moveTo>
                    <a:pt x="1" y="0"/>
                  </a:moveTo>
                  <a:lnTo>
                    <a:pt x="1" y="2047"/>
                  </a:lnTo>
                  <a:lnTo>
                    <a:pt x="19" y="2029"/>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 name="Google Shape;220;p44"/>
            <p:cNvSpPr/>
            <p:nvPr/>
          </p:nvSpPr>
          <p:spPr>
            <a:xfrm>
              <a:off x="6094000" y="2036975"/>
              <a:ext cx="475" cy="49800"/>
            </a:xfrm>
            <a:custGeom>
              <a:avLst/>
              <a:gdLst/>
              <a:ahLst/>
              <a:cxnLst/>
              <a:rect l="l" t="t" r="r" b="b"/>
              <a:pathLst>
                <a:path w="19" h="1992" extrusionOk="0">
                  <a:moveTo>
                    <a:pt x="0" y="0"/>
                  </a:moveTo>
                  <a:lnTo>
                    <a:pt x="0" y="1992"/>
                  </a:lnTo>
                  <a:lnTo>
                    <a:pt x="19" y="197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 name="Google Shape;221;p44"/>
            <p:cNvSpPr/>
            <p:nvPr/>
          </p:nvSpPr>
          <p:spPr>
            <a:xfrm>
              <a:off x="6094450" y="2037450"/>
              <a:ext cx="975" cy="48875"/>
            </a:xfrm>
            <a:custGeom>
              <a:avLst/>
              <a:gdLst/>
              <a:ahLst/>
              <a:cxnLst/>
              <a:rect l="l" t="t" r="r" b="b"/>
              <a:pathLst>
                <a:path w="39" h="1955" extrusionOk="0">
                  <a:moveTo>
                    <a:pt x="1" y="0"/>
                  </a:moveTo>
                  <a:lnTo>
                    <a:pt x="1" y="1954"/>
                  </a:lnTo>
                  <a:lnTo>
                    <a:pt x="38" y="1936"/>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 name="Google Shape;222;p44"/>
            <p:cNvSpPr/>
            <p:nvPr/>
          </p:nvSpPr>
          <p:spPr>
            <a:xfrm>
              <a:off x="6095400" y="2037900"/>
              <a:ext cx="475" cy="47950"/>
            </a:xfrm>
            <a:custGeom>
              <a:avLst/>
              <a:gdLst/>
              <a:ahLst/>
              <a:cxnLst/>
              <a:rect l="l" t="t" r="r" b="b"/>
              <a:pathLst>
                <a:path w="19" h="1918" extrusionOk="0">
                  <a:moveTo>
                    <a:pt x="0" y="1"/>
                  </a:moveTo>
                  <a:lnTo>
                    <a:pt x="0" y="1918"/>
                  </a:lnTo>
                  <a:lnTo>
                    <a:pt x="19" y="188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 name="Google Shape;223;p44"/>
            <p:cNvSpPr/>
            <p:nvPr/>
          </p:nvSpPr>
          <p:spPr>
            <a:xfrm>
              <a:off x="6095850" y="2038375"/>
              <a:ext cx="500" cy="46550"/>
            </a:xfrm>
            <a:custGeom>
              <a:avLst/>
              <a:gdLst/>
              <a:ahLst/>
              <a:cxnLst/>
              <a:rect l="l" t="t" r="r" b="b"/>
              <a:pathLst>
                <a:path w="20" h="1862" extrusionOk="0">
                  <a:moveTo>
                    <a:pt x="1" y="0"/>
                  </a:moveTo>
                  <a:lnTo>
                    <a:pt x="1" y="1861"/>
                  </a:lnTo>
                  <a:lnTo>
                    <a:pt x="19" y="184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 name="Google Shape;224;p44"/>
            <p:cNvSpPr/>
            <p:nvPr/>
          </p:nvSpPr>
          <p:spPr>
            <a:xfrm>
              <a:off x="6096325" y="2038825"/>
              <a:ext cx="500" cy="45625"/>
            </a:xfrm>
            <a:custGeom>
              <a:avLst/>
              <a:gdLst/>
              <a:ahLst/>
              <a:cxnLst/>
              <a:rect l="l" t="t" r="r" b="b"/>
              <a:pathLst>
                <a:path w="20" h="1825" extrusionOk="0">
                  <a:moveTo>
                    <a:pt x="0" y="1"/>
                  </a:moveTo>
                  <a:lnTo>
                    <a:pt x="0" y="1825"/>
                  </a:lnTo>
                  <a:lnTo>
                    <a:pt x="19" y="1806"/>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 name="Google Shape;225;p44"/>
            <p:cNvSpPr/>
            <p:nvPr/>
          </p:nvSpPr>
          <p:spPr>
            <a:xfrm>
              <a:off x="6096800" y="2039300"/>
              <a:ext cx="475" cy="44700"/>
            </a:xfrm>
            <a:custGeom>
              <a:avLst/>
              <a:gdLst/>
              <a:ahLst/>
              <a:cxnLst/>
              <a:rect l="l" t="t" r="r" b="b"/>
              <a:pathLst>
                <a:path w="19" h="1788" extrusionOk="0">
                  <a:moveTo>
                    <a:pt x="0" y="1"/>
                  </a:moveTo>
                  <a:lnTo>
                    <a:pt x="0" y="1787"/>
                  </a:lnTo>
                  <a:lnTo>
                    <a:pt x="19" y="1769"/>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 name="Google Shape;226;p44"/>
            <p:cNvSpPr/>
            <p:nvPr/>
          </p:nvSpPr>
          <p:spPr>
            <a:xfrm>
              <a:off x="6097250" y="2040225"/>
              <a:ext cx="500" cy="43300"/>
            </a:xfrm>
            <a:custGeom>
              <a:avLst/>
              <a:gdLst/>
              <a:ahLst/>
              <a:cxnLst/>
              <a:rect l="l" t="t" r="r" b="b"/>
              <a:pathLst>
                <a:path w="20" h="1732" extrusionOk="0">
                  <a:moveTo>
                    <a:pt x="1" y="1"/>
                  </a:moveTo>
                  <a:lnTo>
                    <a:pt x="1" y="1732"/>
                  </a:lnTo>
                  <a:lnTo>
                    <a:pt x="19" y="171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 name="Google Shape;227;p44"/>
            <p:cNvSpPr/>
            <p:nvPr/>
          </p:nvSpPr>
          <p:spPr>
            <a:xfrm>
              <a:off x="6097725" y="2040700"/>
              <a:ext cx="950" cy="42350"/>
            </a:xfrm>
            <a:custGeom>
              <a:avLst/>
              <a:gdLst/>
              <a:ahLst/>
              <a:cxnLst/>
              <a:rect l="l" t="t" r="r" b="b"/>
              <a:pathLst>
                <a:path w="38" h="1694" extrusionOk="0">
                  <a:moveTo>
                    <a:pt x="0" y="0"/>
                  </a:moveTo>
                  <a:lnTo>
                    <a:pt x="0" y="1694"/>
                  </a:lnTo>
                  <a:lnTo>
                    <a:pt x="37" y="1675"/>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 name="Google Shape;228;p44"/>
            <p:cNvSpPr/>
            <p:nvPr/>
          </p:nvSpPr>
          <p:spPr>
            <a:xfrm>
              <a:off x="6098650" y="2041150"/>
              <a:ext cx="500" cy="41450"/>
            </a:xfrm>
            <a:custGeom>
              <a:avLst/>
              <a:gdLst/>
              <a:ahLst/>
              <a:cxnLst/>
              <a:rect l="l" t="t" r="r" b="b"/>
              <a:pathLst>
                <a:path w="20" h="1658" extrusionOk="0">
                  <a:moveTo>
                    <a:pt x="0" y="1"/>
                  </a:moveTo>
                  <a:lnTo>
                    <a:pt x="0" y="1657"/>
                  </a:lnTo>
                  <a:lnTo>
                    <a:pt x="19" y="162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 name="Google Shape;229;p44"/>
            <p:cNvSpPr/>
            <p:nvPr/>
          </p:nvSpPr>
          <p:spPr>
            <a:xfrm>
              <a:off x="6099125" y="2041625"/>
              <a:ext cx="475" cy="40050"/>
            </a:xfrm>
            <a:custGeom>
              <a:avLst/>
              <a:gdLst/>
              <a:ahLst/>
              <a:cxnLst/>
              <a:rect l="l" t="t" r="r" b="b"/>
              <a:pathLst>
                <a:path w="19" h="1602" extrusionOk="0">
                  <a:moveTo>
                    <a:pt x="0" y="1"/>
                  </a:moveTo>
                  <a:lnTo>
                    <a:pt x="0" y="1601"/>
                  </a:lnTo>
                  <a:lnTo>
                    <a:pt x="19" y="158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 name="Google Shape;230;p44"/>
            <p:cNvSpPr/>
            <p:nvPr/>
          </p:nvSpPr>
          <p:spPr>
            <a:xfrm>
              <a:off x="6099575" y="2042100"/>
              <a:ext cx="500" cy="39100"/>
            </a:xfrm>
            <a:custGeom>
              <a:avLst/>
              <a:gdLst/>
              <a:ahLst/>
              <a:cxnLst/>
              <a:rect l="l" t="t" r="r" b="b"/>
              <a:pathLst>
                <a:path w="20" h="1564" extrusionOk="0">
                  <a:moveTo>
                    <a:pt x="1" y="0"/>
                  </a:moveTo>
                  <a:lnTo>
                    <a:pt x="1" y="1563"/>
                  </a:lnTo>
                  <a:lnTo>
                    <a:pt x="19" y="154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 name="Google Shape;231;p44"/>
            <p:cNvSpPr/>
            <p:nvPr/>
          </p:nvSpPr>
          <p:spPr>
            <a:xfrm>
              <a:off x="6100050" y="2042550"/>
              <a:ext cx="475" cy="38175"/>
            </a:xfrm>
            <a:custGeom>
              <a:avLst/>
              <a:gdLst/>
              <a:ahLst/>
              <a:cxnLst/>
              <a:rect l="l" t="t" r="r" b="b"/>
              <a:pathLst>
                <a:path w="19" h="1527" extrusionOk="0">
                  <a:moveTo>
                    <a:pt x="0" y="1"/>
                  </a:moveTo>
                  <a:lnTo>
                    <a:pt x="0" y="1527"/>
                  </a:lnTo>
                  <a:lnTo>
                    <a:pt x="19" y="1508"/>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 name="Google Shape;232;p44"/>
            <p:cNvSpPr/>
            <p:nvPr/>
          </p:nvSpPr>
          <p:spPr>
            <a:xfrm>
              <a:off x="6100500" y="2043500"/>
              <a:ext cx="500" cy="36775"/>
            </a:xfrm>
            <a:custGeom>
              <a:avLst/>
              <a:gdLst/>
              <a:ahLst/>
              <a:cxnLst/>
              <a:rect l="l" t="t" r="r" b="b"/>
              <a:pathLst>
                <a:path w="20" h="1471" extrusionOk="0">
                  <a:moveTo>
                    <a:pt x="1" y="0"/>
                  </a:moveTo>
                  <a:lnTo>
                    <a:pt x="1" y="1470"/>
                  </a:lnTo>
                  <a:lnTo>
                    <a:pt x="20" y="1452"/>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 name="Google Shape;233;p44"/>
            <p:cNvSpPr/>
            <p:nvPr/>
          </p:nvSpPr>
          <p:spPr>
            <a:xfrm>
              <a:off x="6100975" y="2043950"/>
              <a:ext cx="950" cy="35850"/>
            </a:xfrm>
            <a:custGeom>
              <a:avLst/>
              <a:gdLst/>
              <a:ahLst/>
              <a:cxnLst/>
              <a:rect l="l" t="t" r="r" b="b"/>
              <a:pathLst>
                <a:path w="38" h="1434" extrusionOk="0">
                  <a:moveTo>
                    <a:pt x="1" y="1"/>
                  </a:moveTo>
                  <a:lnTo>
                    <a:pt x="1" y="1434"/>
                  </a:lnTo>
                  <a:lnTo>
                    <a:pt x="38" y="1415"/>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 name="Google Shape;234;p44"/>
            <p:cNvSpPr/>
            <p:nvPr/>
          </p:nvSpPr>
          <p:spPr>
            <a:xfrm>
              <a:off x="6101900" y="2044425"/>
              <a:ext cx="500" cy="34925"/>
            </a:xfrm>
            <a:custGeom>
              <a:avLst/>
              <a:gdLst/>
              <a:ahLst/>
              <a:cxnLst/>
              <a:rect l="l" t="t" r="r" b="b"/>
              <a:pathLst>
                <a:path w="20" h="1397" extrusionOk="0">
                  <a:moveTo>
                    <a:pt x="1" y="0"/>
                  </a:moveTo>
                  <a:lnTo>
                    <a:pt x="1" y="1396"/>
                  </a:lnTo>
                  <a:lnTo>
                    <a:pt x="19" y="1359"/>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 name="Google Shape;235;p44"/>
            <p:cNvSpPr/>
            <p:nvPr/>
          </p:nvSpPr>
          <p:spPr>
            <a:xfrm>
              <a:off x="6102375" y="2044875"/>
              <a:ext cx="475" cy="33525"/>
            </a:xfrm>
            <a:custGeom>
              <a:avLst/>
              <a:gdLst/>
              <a:ahLst/>
              <a:cxnLst/>
              <a:rect l="l" t="t" r="r" b="b"/>
              <a:pathLst>
                <a:path w="19" h="1341" extrusionOk="0">
                  <a:moveTo>
                    <a:pt x="0" y="1"/>
                  </a:moveTo>
                  <a:lnTo>
                    <a:pt x="0" y="1341"/>
                  </a:lnTo>
                  <a:lnTo>
                    <a:pt x="19" y="132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 name="Google Shape;236;p44"/>
            <p:cNvSpPr/>
            <p:nvPr/>
          </p:nvSpPr>
          <p:spPr>
            <a:xfrm>
              <a:off x="6102825" y="2045350"/>
              <a:ext cx="500" cy="32600"/>
            </a:xfrm>
            <a:custGeom>
              <a:avLst/>
              <a:gdLst/>
              <a:ahLst/>
              <a:cxnLst/>
              <a:rect l="l" t="t" r="r" b="b"/>
              <a:pathLst>
                <a:path w="20" h="1304" extrusionOk="0">
                  <a:moveTo>
                    <a:pt x="1" y="0"/>
                  </a:moveTo>
                  <a:lnTo>
                    <a:pt x="1" y="1303"/>
                  </a:lnTo>
                  <a:lnTo>
                    <a:pt x="20" y="1285"/>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 name="Google Shape;237;p44"/>
            <p:cNvSpPr/>
            <p:nvPr/>
          </p:nvSpPr>
          <p:spPr>
            <a:xfrm>
              <a:off x="6103300" y="2045825"/>
              <a:ext cx="500" cy="31650"/>
            </a:xfrm>
            <a:custGeom>
              <a:avLst/>
              <a:gdLst/>
              <a:ahLst/>
              <a:cxnLst/>
              <a:rect l="l" t="t" r="r" b="b"/>
              <a:pathLst>
                <a:path w="20" h="1266" extrusionOk="0">
                  <a:moveTo>
                    <a:pt x="1" y="0"/>
                  </a:moveTo>
                  <a:lnTo>
                    <a:pt x="1" y="1266"/>
                  </a:lnTo>
                  <a:lnTo>
                    <a:pt x="19" y="1247"/>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 name="Google Shape;238;p44"/>
            <p:cNvSpPr/>
            <p:nvPr/>
          </p:nvSpPr>
          <p:spPr>
            <a:xfrm>
              <a:off x="6103775" y="2046750"/>
              <a:ext cx="475" cy="30250"/>
            </a:xfrm>
            <a:custGeom>
              <a:avLst/>
              <a:gdLst/>
              <a:ahLst/>
              <a:cxnLst/>
              <a:rect l="l" t="t" r="r" b="b"/>
              <a:pathLst>
                <a:path w="19" h="1210" extrusionOk="0">
                  <a:moveTo>
                    <a:pt x="0" y="0"/>
                  </a:moveTo>
                  <a:lnTo>
                    <a:pt x="0" y="1210"/>
                  </a:lnTo>
                  <a:lnTo>
                    <a:pt x="19" y="1191"/>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 name="Google Shape;239;p44"/>
            <p:cNvSpPr/>
            <p:nvPr/>
          </p:nvSpPr>
          <p:spPr>
            <a:xfrm>
              <a:off x="6104225" y="2047200"/>
              <a:ext cx="950" cy="29350"/>
            </a:xfrm>
            <a:custGeom>
              <a:avLst/>
              <a:gdLst/>
              <a:ahLst/>
              <a:cxnLst/>
              <a:rect l="l" t="t" r="r" b="b"/>
              <a:pathLst>
                <a:path w="38" h="1174" extrusionOk="0">
                  <a:moveTo>
                    <a:pt x="1" y="1"/>
                  </a:moveTo>
                  <a:lnTo>
                    <a:pt x="1" y="1173"/>
                  </a:lnTo>
                  <a:lnTo>
                    <a:pt x="38" y="1155"/>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 name="Google Shape;240;p44"/>
            <p:cNvSpPr/>
            <p:nvPr/>
          </p:nvSpPr>
          <p:spPr>
            <a:xfrm>
              <a:off x="6105175" y="2047675"/>
              <a:ext cx="475" cy="28400"/>
            </a:xfrm>
            <a:custGeom>
              <a:avLst/>
              <a:gdLst/>
              <a:ahLst/>
              <a:cxnLst/>
              <a:rect l="l" t="t" r="r" b="b"/>
              <a:pathLst>
                <a:path w="19" h="1136" extrusionOk="0">
                  <a:moveTo>
                    <a:pt x="0" y="1"/>
                  </a:moveTo>
                  <a:lnTo>
                    <a:pt x="0" y="1136"/>
                  </a:lnTo>
                  <a:lnTo>
                    <a:pt x="19" y="1099"/>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 name="Google Shape;241;p44"/>
            <p:cNvSpPr/>
            <p:nvPr/>
          </p:nvSpPr>
          <p:spPr>
            <a:xfrm>
              <a:off x="6105625" y="2048150"/>
              <a:ext cx="500" cy="27000"/>
            </a:xfrm>
            <a:custGeom>
              <a:avLst/>
              <a:gdLst/>
              <a:ahLst/>
              <a:cxnLst/>
              <a:rect l="l" t="t" r="r" b="b"/>
              <a:pathLst>
                <a:path w="20" h="1080" extrusionOk="0">
                  <a:moveTo>
                    <a:pt x="1" y="0"/>
                  </a:moveTo>
                  <a:lnTo>
                    <a:pt x="1" y="1080"/>
                  </a:lnTo>
                  <a:lnTo>
                    <a:pt x="19" y="1061"/>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2" name="Google Shape;242;p44"/>
            <p:cNvSpPr/>
            <p:nvPr/>
          </p:nvSpPr>
          <p:spPr>
            <a:xfrm>
              <a:off x="6106100" y="2048600"/>
              <a:ext cx="475" cy="26075"/>
            </a:xfrm>
            <a:custGeom>
              <a:avLst/>
              <a:gdLst/>
              <a:ahLst/>
              <a:cxnLst/>
              <a:rect l="l" t="t" r="r" b="b"/>
              <a:pathLst>
                <a:path w="19" h="1043" extrusionOk="0">
                  <a:moveTo>
                    <a:pt x="0" y="1"/>
                  </a:moveTo>
                  <a:lnTo>
                    <a:pt x="0" y="1043"/>
                  </a:lnTo>
                  <a:lnTo>
                    <a:pt x="19" y="1024"/>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3" name="Google Shape;243;p44"/>
            <p:cNvSpPr/>
            <p:nvPr/>
          </p:nvSpPr>
          <p:spPr>
            <a:xfrm>
              <a:off x="6106550" y="2049075"/>
              <a:ext cx="500" cy="25150"/>
            </a:xfrm>
            <a:custGeom>
              <a:avLst/>
              <a:gdLst/>
              <a:ahLst/>
              <a:cxnLst/>
              <a:rect l="l" t="t" r="r" b="b"/>
              <a:pathLst>
                <a:path w="20" h="1006" extrusionOk="0">
                  <a:moveTo>
                    <a:pt x="1" y="0"/>
                  </a:moveTo>
                  <a:lnTo>
                    <a:pt x="1" y="1005"/>
                  </a:lnTo>
                  <a:lnTo>
                    <a:pt x="19" y="987"/>
                  </a:lnTo>
                  <a:lnTo>
                    <a:pt x="19" y="38"/>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 name="Google Shape;244;p44"/>
            <p:cNvSpPr/>
            <p:nvPr/>
          </p:nvSpPr>
          <p:spPr>
            <a:xfrm>
              <a:off x="6107025" y="2050000"/>
              <a:ext cx="500" cy="23750"/>
            </a:xfrm>
            <a:custGeom>
              <a:avLst/>
              <a:gdLst/>
              <a:ahLst/>
              <a:cxnLst/>
              <a:rect l="l" t="t" r="r" b="b"/>
              <a:pathLst>
                <a:path w="20" h="950" extrusionOk="0">
                  <a:moveTo>
                    <a:pt x="0" y="1"/>
                  </a:moveTo>
                  <a:lnTo>
                    <a:pt x="0" y="950"/>
                  </a:lnTo>
                  <a:lnTo>
                    <a:pt x="19" y="931"/>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 name="Google Shape;245;p44"/>
            <p:cNvSpPr/>
            <p:nvPr/>
          </p:nvSpPr>
          <p:spPr>
            <a:xfrm>
              <a:off x="6107500" y="2050475"/>
              <a:ext cx="950" cy="22825"/>
            </a:xfrm>
            <a:custGeom>
              <a:avLst/>
              <a:gdLst/>
              <a:ahLst/>
              <a:cxnLst/>
              <a:rect l="l" t="t" r="r" b="b"/>
              <a:pathLst>
                <a:path w="38" h="913" extrusionOk="0">
                  <a:moveTo>
                    <a:pt x="0" y="0"/>
                  </a:moveTo>
                  <a:lnTo>
                    <a:pt x="0" y="912"/>
                  </a:lnTo>
                  <a:lnTo>
                    <a:pt x="37" y="893"/>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p44"/>
            <p:cNvSpPr/>
            <p:nvPr/>
          </p:nvSpPr>
          <p:spPr>
            <a:xfrm>
              <a:off x="6108425" y="2050925"/>
              <a:ext cx="475" cy="21900"/>
            </a:xfrm>
            <a:custGeom>
              <a:avLst/>
              <a:gdLst/>
              <a:ahLst/>
              <a:cxnLst/>
              <a:rect l="l" t="t" r="r" b="b"/>
              <a:pathLst>
                <a:path w="19" h="876" extrusionOk="0">
                  <a:moveTo>
                    <a:pt x="0" y="1"/>
                  </a:moveTo>
                  <a:lnTo>
                    <a:pt x="0" y="875"/>
                  </a:lnTo>
                  <a:lnTo>
                    <a:pt x="19" y="838"/>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 name="Google Shape;247;p44"/>
            <p:cNvSpPr/>
            <p:nvPr/>
          </p:nvSpPr>
          <p:spPr>
            <a:xfrm>
              <a:off x="6108875" y="2051400"/>
              <a:ext cx="500" cy="20500"/>
            </a:xfrm>
            <a:custGeom>
              <a:avLst/>
              <a:gdLst/>
              <a:ahLst/>
              <a:cxnLst/>
              <a:rect l="l" t="t" r="r" b="b"/>
              <a:pathLst>
                <a:path w="20" h="820" extrusionOk="0">
                  <a:moveTo>
                    <a:pt x="1" y="0"/>
                  </a:moveTo>
                  <a:lnTo>
                    <a:pt x="1" y="819"/>
                  </a:lnTo>
                  <a:lnTo>
                    <a:pt x="20" y="80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 name="Google Shape;248;p44"/>
            <p:cNvSpPr/>
            <p:nvPr/>
          </p:nvSpPr>
          <p:spPr>
            <a:xfrm>
              <a:off x="6109350" y="2051875"/>
              <a:ext cx="500" cy="19550"/>
            </a:xfrm>
            <a:custGeom>
              <a:avLst/>
              <a:gdLst/>
              <a:ahLst/>
              <a:cxnLst/>
              <a:rect l="l" t="t" r="r" b="b"/>
              <a:pathLst>
                <a:path w="20" h="782" extrusionOk="0">
                  <a:moveTo>
                    <a:pt x="1" y="0"/>
                  </a:moveTo>
                  <a:lnTo>
                    <a:pt x="1" y="782"/>
                  </a:lnTo>
                  <a:lnTo>
                    <a:pt x="19" y="76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 name="Google Shape;249;p44"/>
            <p:cNvSpPr/>
            <p:nvPr/>
          </p:nvSpPr>
          <p:spPr>
            <a:xfrm>
              <a:off x="6109825" y="2052325"/>
              <a:ext cx="475" cy="18650"/>
            </a:xfrm>
            <a:custGeom>
              <a:avLst/>
              <a:gdLst/>
              <a:ahLst/>
              <a:cxnLst/>
              <a:rect l="l" t="t" r="r" b="b"/>
              <a:pathLst>
                <a:path w="19" h="746" extrusionOk="0">
                  <a:moveTo>
                    <a:pt x="0" y="1"/>
                  </a:moveTo>
                  <a:lnTo>
                    <a:pt x="0" y="745"/>
                  </a:lnTo>
                  <a:lnTo>
                    <a:pt x="19" y="72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 name="Google Shape;250;p44"/>
            <p:cNvSpPr/>
            <p:nvPr/>
          </p:nvSpPr>
          <p:spPr>
            <a:xfrm>
              <a:off x="6110275" y="2053250"/>
              <a:ext cx="500" cy="17250"/>
            </a:xfrm>
            <a:custGeom>
              <a:avLst/>
              <a:gdLst/>
              <a:ahLst/>
              <a:cxnLst/>
              <a:rect l="l" t="t" r="r" b="b"/>
              <a:pathLst>
                <a:path w="20" h="690" extrusionOk="0">
                  <a:moveTo>
                    <a:pt x="1" y="1"/>
                  </a:moveTo>
                  <a:lnTo>
                    <a:pt x="1" y="689"/>
                  </a:lnTo>
                  <a:lnTo>
                    <a:pt x="19" y="67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 name="Google Shape;251;p44"/>
            <p:cNvSpPr/>
            <p:nvPr/>
          </p:nvSpPr>
          <p:spPr>
            <a:xfrm>
              <a:off x="6110750" y="2053725"/>
              <a:ext cx="950" cy="16300"/>
            </a:xfrm>
            <a:custGeom>
              <a:avLst/>
              <a:gdLst/>
              <a:ahLst/>
              <a:cxnLst/>
              <a:rect l="l" t="t" r="r" b="b"/>
              <a:pathLst>
                <a:path w="38" h="652" extrusionOk="0">
                  <a:moveTo>
                    <a:pt x="0" y="0"/>
                  </a:moveTo>
                  <a:lnTo>
                    <a:pt x="0" y="652"/>
                  </a:lnTo>
                  <a:lnTo>
                    <a:pt x="38" y="633"/>
                  </a:lnTo>
                  <a:lnTo>
                    <a:pt x="38"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 name="Google Shape;252;p44"/>
            <p:cNvSpPr/>
            <p:nvPr/>
          </p:nvSpPr>
          <p:spPr>
            <a:xfrm>
              <a:off x="6111675" y="2054200"/>
              <a:ext cx="500" cy="15375"/>
            </a:xfrm>
            <a:custGeom>
              <a:avLst/>
              <a:gdLst/>
              <a:ahLst/>
              <a:cxnLst/>
              <a:rect l="l" t="t" r="r" b="b"/>
              <a:pathLst>
                <a:path w="20" h="615" extrusionOk="0">
                  <a:moveTo>
                    <a:pt x="1" y="0"/>
                  </a:moveTo>
                  <a:lnTo>
                    <a:pt x="1" y="614"/>
                  </a:lnTo>
                  <a:lnTo>
                    <a:pt x="19" y="57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 name="Google Shape;253;p44"/>
            <p:cNvSpPr/>
            <p:nvPr/>
          </p:nvSpPr>
          <p:spPr>
            <a:xfrm>
              <a:off x="6112150" y="2054650"/>
              <a:ext cx="475" cy="13975"/>
            </a:xfrm>
            <a:custGeom>
              <a:avLst/>
              <a:gdLst/>
              <a:ahLst/>
              <a:cxnLst/>
              <a:rect l="l" t="t" r="r" b="b"/>
              <a:pathLst>
                <a:path w="19" h="559" extrusionOk="0">
                  <a:moveTo>
                    <a:pt x="0" y="1"/>
                  </a:moveTo>
                  <a:lnTo>
                    <a:pt x="0" y="559"/>
                  </a:lnTo>
                  <a:lnTo>
                    <a:pt x="19" y="54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 name="Google Shape;254;p44"/>
            <p:cNvSpPr/>
            <p:nvPr/>
          </p:nvSpPr>
          <p:spPr>
            <a:xfrm>
              <a:off x="6112600" y="2055125"/>
              <a:ext cx="500" cy="13050"/>
            </a:xfrm>
            <a:custGeom>
              <a:avLst/>
              <a:gdLst/>
              <a:ahLst/>
              <a:cxnLst/>
              <a:rect l="l" t="t" r="r" b="b"/>
              <a:pathLst>
                <a:path w="20" h="522" extrusionOk="0">
                  <a:moveTo>
                    <a:pt x="1" y="0"/>
                  </a:moveTo>
                  <a:lnTo>
                    <a:pt x="1" y="521"/>
                  </a:lnTo>
                  <a:lnTo>
                    <a:pt x="19" y="5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 name="Google Shape;255;p44"/>
            <p:cNvSpPr/>
            <p:nvPr/>
          </p:nvSpPr>
          <p:spPr>
            <a:xfrm>
              <a:off x="6113075" y="2055575"/>
              <a:ext cx="475" cy="12125"/>
            </a:xfrm>
            <a:custGeom>
              <a:avLst/>
              <a:gdLst/>
              <a:ahLst/>
              <a:cxnLst/>
              <a:rect l="l" t="t" r="r" b="b"/>
              <a:pathLst>
                <a:path w="19" h="485" extrusionOk="0">
                  <a:moveTo>
                    <a:pt x="0" y="1"/>
                  </a:moveTo>
                  <a:lnTo>
                    <a:pt x="0" y="485"/>
                  </a:lnTo>
                  <a:lnTo>
                    <a:pt x="19" y="46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 name="Google Shape;256;p44"/>
            <p:cNvSpPr/>
            <p:nvPr/>
          </p:nvSpPr>
          <p:spPr>
            <a:xfrm>
              <a:off x="6113550" y="2056525"/>
              <a:ext cx="475" cy="10725"/>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 name="Google Shape;257;p44"/>
            <p:cNvSpPr/>
            <p:nvPr/>
          </p:nvSpPr>
          <p:spPr>
            <a:xfrm>
              <a:off x="6114000" y="2056975"/>
              <a:ext cx="950" cy="9800"/>
            </a:xfrm>
            <a:custGeom>
              <a:avLst/>
              <a:gdLst/>
              <a:ahLst/>
              <a:cxnLst/>
              <a:rect l="l" t="t" r="r" b="b"/>
              <a:pathLst>
                <a:path w="38" h="392" extrusionOk="0">
                  <a:moveTo>
                    <a:pt x="1" y="1"/>
                  </a:moveTo>
                  <a:lnTo>
                    <a:pt x="1" y="392"/>
                  </a:lnTo>
                  <a:lnTo>
                    <a:pt x="38" y="373"/>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 name="Google Shape;258;p44"/>
            <p:cNvSpPr/>
            <p:nvPr/>
          </p:nvSpPr>
          <p:spPr>
            <a:xfrm>
              <a:off x="6114925" y="2057450"/>
              <a:ext cx="500" cy="8850"/>
            </a:xfrm>
            <a:custGeom>
              <a:avLst/>
              <a:gdLst/>
              <a:ahLst/>
              <a:cxnLst/>
              <a:rect l="l" t="t" r="r" b="b"/>
              <a:pathLst>
                <a:path w="20" h="354" extrusionOk="0">
                  <a:moveTo>
                    <a:pt x="1" y="0"/>
                  </a:moveTo>
                  <a:lnTo>
                    <a:pt x="1" y="354"/>
                  </a:lnTo>
                  <a:lnTo>
                    <a:pt x="19" y="31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 name="Google Shape;259;p44"/>
            <p:cNvSpPr/>
            <p:nvPr/>
          </p:nvSpPr>
          <p:spPr>
            <a:xfrm>
              <a:off x="6115400" y="2057900"/>
              <a:ext cx="500" cy="7475"/>
            </a:xfrm>
            <a:custGeom>
              <a:avLst/>
              <a:gdLst/>
              <a:ahLst/>
              <a:cxnLst/>
              <a:rect l="l" t="t" r="r" b="b"/>
              <a:pathLst>
                <a:path w="20" h="299" extrusionOk="0">
                  <a:moveTo>
                    <a:pt x="0" y="1"/>
                  </a:moveTo>
                  <a:lnTo>
                    <a:pt x="0" y="299"/>
                  </a:lnTo>
                  <a:lnTo>
                    <a:pt x="19" y="28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 name="Google Shape;260;p44"/>
            <p:cNvSpPr/>
            <p:nvPr/>
          </p:nvSpPr>
          <p:spPr>
            <a:xfrm>
              <a:off x="6115875" y="2058375"/>
              <a:ext cx="475" cy="6550"/>
            </a:xfrm>
            <a:custGeom>
              <a:avLst/>
              <a:gdLst/>
              <a:ahLst/>
              <a:cxnLst/>
              <a:rect l="l" t="t" r="r" b="b"/>
              <a:pathLst>
                <a:path w="19" h="262" extrusionOk="0">
                  <a:moveTo>
                    <a:pt x="0" y="1"/>
                  </a:moveTo>
                  <a:lnTo>
                    <a:pt x="0" y="261"/>
                  </a:lnTo>
                  <a:lnTo>
                    <a:pt x="19" y="24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 name="Google Shape;261;p44"/>
            <p:cNvSpPr/>
            <p:nvPr/>
          </p:nvSpPr>
          <p:spPr>
            <a:xfrm>
              <a:off x="6116325" y="2058850"/>
              <a:ext cx="500" cy="5600"/>
            </a:xfrm>
            <a:custGeom>
              <a:avLst/>
              <a:gdLst/>
              <a:ahLst/>
              <a:cxnLst/>
              <a:rect l="l" t="t" r="r" b="b"/>
              <a:pathLst>
                <a:path w="20" h="224" extrusionOk="0">
                  <a:moveTo>
                    <a:pt x="1" y="0"/>
                  </a:moveTo>
                  <a:lnTo>
                    <a:pt x="1" y="223"/>
                  </a:lnTo>
                  <a:lnTo>
                    <a:pt x="19" y="205"/>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 name="Google Shape;262;p44"/>
            <p:cNvSpPr/>
            <p:nvPr/>
          </p:nvSpPr>
          <p:spPr>
            <a:xfrm>
              <a:off x="6116800" y="2059775"/>
              <a:ext cx="475" cy="4200"/>
            </a:xfrm>
            <a:custGeom>
              <a:avLst/>
              <a:gdLst/>
              <a:ahLst/>
              <a:cxnLst/>
              <a:rect l="l" t="t" r="r" b="b"/>
              <a:pathLst>
                <a:path w="19" h="168" extrusionOk="0">
                  <a:moveTo>
                    <a:pt x="0" y="0"/>
                  </a:moveTo>
                  <a:lnTo>
                    <a:pt x="0" y="168"/>
                  </a:lnTo>
                  <a:lnTo>
                    <a:pt x="19" y="149"/>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 name="Google Shape;263;p44"/>
            <p:cNvSpPr/>
            <p:nvPr/>
          </p:nvSpPr>
          <p:spPr>
            <a:xfrm>
              <a:off x="6117250" y="2060225"/>
              <a:ext cx="975" cy="3300"/>
            </a:xfrm>
            <a:custGeom>
              <a:avLst/>
              <a:gdLst/>
              <a:ahLst/>
              <a:cxnLst/>
              <a:rect l="l" t="t" r="r" b="b"/>
              <a:pathLst>
                <a:path w="39" h="132" extrusionOk="0">
                  <a:moveTo>
                    <a:pt x="1" y="1"/>
                  </a:moveTo>
                  <a:lnTo>
                    <a:pt x="1" y="131"/>
                  </a:lnTo>
                  <a:lnTo>
                    <a:pt x="38" y="113"/>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 name="Google Shape;264;p44"/>
            <p:cNvSpPr/>
            <p:nvPr/>
          </p:nvSpPr>
          <p:spPr>
            <a:xfrm>
              <a:off x="6118200" y="2060700"/>
              <a:ext cx="475" cy="2350"/>
            </a:xfrm>
            <a:custGeom>
              <a:avLst/>
              <a:gdLst/>
              <a:ahLst/>
              <a:cxnLst/>
              <a:rect l="l" t="t" r="r" b="b"/>
              <a:pathLst>
                <a:path w="19" h="94" extrusionOk="0">
                  <a:moveTo>
                    <a:pt x="0" y="1"/>
                  </a:moveTo>
                  <a:lnTo>
                    <a:pt x="0" y="94"/>
                  </a:lnTo>
                  <a:lnTo>
                    <a:pt x="19" y="5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 name="Google Shape;265;p44"/>
            <p:cNvSpPr/>
            <p:nvPr/>
          </p:nvSpPr>
          <p:spPr>
            <a:xfrm>
              <a:off x="6118650" y="2061175"/>
              <a:ext cx="500" cy="950"/>
            </a:xfrm>
            <a:custGeom>
              <a:avLst/>
              <a:gdLst/>
              <a:ahLst/>
              <a:cxnLst/>
              <a:rect l="l" t="t" r="r" b="b"/>
              <a:pathLst>
                <a:path w="20" h="38" extrusionOk="0">
                  <a:moveTo>
                    <a:pt x="1" y="0"/>
                  </a:moveTo>
                  <a:lnTo>
                    <a:pt x="1" y="3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 name="Google Shape;266;p44"/>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67" name="Google Shape;267;p44"/>
          <p:cNvSpPr/>
          <p:nvPr/>
        </p:nvSpPr>
        <p:spPr>
          <a:xfrm>
            <a:off x="7013780" y="20811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68" name="Google Shape;268;p44"/>
          <p:cNvGrpSpPr/>
          <p:nvPr/>
        </p:nvGrpSpPr>
        <p:grpSpPr>
          <a:xfrm>
            <a:off x="7000981" y="195816"/>
            <a:ext cx="849275" cy="848250"/>
            <a:chOff x="2651171" y="2397773"/>
            <a:chExt cx="2099568" cy="2097033"/>
          </a:xfrm>
        </p:grpSpPr>
        <p:sp>
          <p:nvSpPr>
            <p:cNvPr id="269" name="Google Shape;269;p44"/>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 name="Google Shape;270;p44"/>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71" name="Google Shape;271;p44"/>
          <p:cNvGrpSpPr/>
          <p:nvPr/>
        </p:nvGrpSpPr>
        <p:grpSpPr>
          <a:xfrm>
            <a:off x="7263610" y="-297378"/>
            <a:ext cx="2216073" cy="1834889"/>
            <a:chOff x="2210400" y="2558550"/>
            <a:chExt cx="971025" cy="804000"/>
          </a:xfrm>
        </p:grpSpPr>
        <p:sp>
          <p:nvSpPr>
            <p:cNvPr id="272" name="Google Shape;272;p44"/>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 name="Google Shape;273;p44"/>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 name="Google Shape;274;p44"/>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 name="Google Shape;275;p44"/>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p44"/>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 name="Google Shape;277;p44"/>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 name="Google Shape;278;p44"/>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9" name="Google Shape;279;p44"/>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80" name="Google Shape;280;p44"/>
          <p:cNvGrpSpPr/>
          <p:nvPr/>
        </p:nvGrpSpPr>
        <p:grpSpPr>
          <a:xfrm>
            <a:off x="5978160" y="2286430"/>
            <a:ext cx="4015313" cy="3884503"/>
            <a:chOff x="5440750" y="1669400"/>
            <a:chExt cx="971525" cy="939875"/>
          </a:xfrm>
        </p:grpSpPr>
        <p:sp>
          <p:nvSpPr>
            <p:cNvPr id="281" name="Google Shape;281;p44"/>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 name="Google Shape;282;p44"/>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3" name="Google Shape;283;p44"/>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4" name="Google Shape;284;p44"/>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 name="Google Shape;285;p44"/>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6" name="Google Shape;286;p44"/>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 name="Google Shape;287;p44"/>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 name="Google Shape;288;p44"/>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 name="Google Shape;289;p44"/>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 name="Google Shape;290;p44"/>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 name="Google Shape;291;p44"/>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 name="Google Shape;292;p44"/>
            <p:cNvSpPr/>
            <p:nvPr/>
          </p:nvSpPr>
          <p:spPr>
            <a:xfrm>
              <a:off x="6060950" y="2061175"/>
              <a:ext cx="500" cy="950"/>
            </a:xfrm>
            <a:custGeom>
              <a:avLst/>
              <a:gdLst/>
              <a:ahLst/>
              <a:cxnLst/>
              <a:rect l="l" t="t" r="r" b="b"/>
              <a:pathLst>
                <a:path w="20" h="38" extrusionOk="0">
                  <a:moveTo>
                    <a:pt x="20" y="0"/>
                  </a:moveTo>
                  <a:lnTo>
                    <a:pt x="1" y="19"/>
                  </a:lnTo>
                  <a:lnTo>
                    <a:pt x="20" y="3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 name="Google Shape;293;p44"/>
            <p:cNvSpPr/>
            <p:nvPr/>
          </p:nvSpPr>
          <p:spPr>
            <a:xfrm>
              <a:off x="6061425" y="2060700"/>
              <a:ext cx="500" cy="2350"/>
            </a:xfrm>
            <a:custGeom>
              <a:avLst/>
              <a:gdLst/>
              <a:ahLst/>
              <a:cxnLst/>
              <a:rect l="l" t="t" r="r" b="b"/>
              <a:pathLst>
                <a:path w="20" h="94" extrusionOk="0">
                  <a:moveTo>
                    <a:pt x="19" y="1"/>
                  </a:moveTo>
                  <a:lnTo>
                    <a:pt x="1" y="19"/>
                  </a:lnTo>
                  <a:lnTo>
                    <a:pt x="1" y="56"/>
                  </a:lnTo>
                  <a:lnTo>
                    <a:pt x="19" y="94"/>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 name="Google Shape;294;p44"/>
            <p:cNvSpPr/>
            <p:nvPr/>
          </p:nvSpPr>
          <p:spPr>
            <a:xfrm>
              <a:off x="6061900" y="2060225"/>
              <a:ext cx="950" cy="3300"/>
            </a:xfrm>
            <a:custGeom>
              <a:avLst/>
              <a:gdLst/>
              <a:ahLst/>
              <a:cxnLst/>
              <a:rect l="l" t="t" r="r" b="b"/>
              <a:pathLst>
                <a:path w="38" h="132" extrusionOk="0">
                  <a:moveTo>
                    <a:pt x="37" y="1"/>
                  </a:moveTo>
                  <a:lnTo>
                    <a:pt x="0" y="20"/>
                  </a:lnTo>
                  <a:lnTo>
                    <a:pt x="0" y="113"/>
                  </a:lnTo>
                  <a:lnTo>
                    <a:pt x="37" y="131"/>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 name="Google Shape;295;p44"/>
            <p:cNvSpPr/>
            <p:nvPr/>
          </p:nvSpPr>
          <p:spPr>
            <a:xfrm>
              <a:off x="6062825" y="2059775"/>
              <a:ext cx="500" cy="4200"/>
            </a:xfrm>
            <a:custGeom>
              <a:avLst/>
              <a:gdLst/>
              <a:ahLst/>
              <a:cxnLst/>
              <a:rect l="l" t="t" r="r" b="b"/>
              <a:pathLst>
                <a:path w="20" h="168" extrusionOk="0">
                  <a:moveTo>
                    <a:pt x="19" y="0"/>
                  </a:moveTo>
                  <a:lnTo>
                    <a:pt x="0" y="19"/>
                  </a:lnTo>
                  <a:lnTo>
                    <a:pt x="0" y="149"/>
                  </a:lnTo>
                  <a:lnTo>
                    <a:pt x="19" y="16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 name="Google Shape;296;p44"/>
            <p:cNvSpPr/>
            <p:nvPr/>
          </p:nvSpPr>
          <p:spPr>
            <a:xfrm>
              <a:off x="6063300" y="2058850"/>
              <a:ext cx="475" cy="5600"/>
            </a:xfrm>
            <a:custGeom>
              <a:avLst/>
              <a:gdLst/>
              <a:ahLst/>
              <a:cxnLst/>
              <a:rect l="l" t="t" r="r" b="b"/>
              <a:pathLst>
                <a:path w="19" h="224" extrusionOk="0">
                  <a:moveTo>
                    <a:pt x="19" y="0"/>
                  </a:moveTo>
                  <a:lnTo>
                    <a:pt x="0" y="37"/>
                  </a:lnTo>
                  <a:lnTo>
                    <a:pt x="0" y="205"/>
                  </a:lnTo>
                  <a:lnTo>
                    <a:pt x="19" y="22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 name="Google Shape;297;p44"/>
            <p:cNvSpPr/>
            <p:nvPr/>
          </p:nvSpPr>
          <p:spPr>
            <a:xfrm>
              <a:off x="6063750" y="2058375"/>
              <a:ext cx="500" cy="6550"/>
            </a:xfrm>
            <a:custGeom>
              <a:avLst/>
              <a:gdLst/>
              <a:ahLst/>
              <a:cxnLst/>
              <a:rect l="l" t="t" r="r" b="b"/>
              <a:pathLst>
                <a:path w="20" h="262" extrusionOk="0">
                  <a:moveTo>
                    <a:pt x="19" y="1"/>
                  </a:moveTo>
                  <a:lnTo>
                    <a:pt x="1" y="19"/>
                  </a:lnTo>
                  <a:lnTo>
                    <a:pt x="1" y="242"/>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 name="Google Shape;298;p44"/>
            <p:cNvSpPr/>
            <p:nvPr/>
          </p:nvSpPr>
          <p:spPr>
            <a:xfrm>
              <a:off x="6064225" y="2057900"/>
              <a:ext cx="475" cy="7475"/>
            </a:xfrm>
            <a:custGeom>
              <a:avLst/>
              <a:gdLst/>
              <a:ahLst/>
              <a:cxnLst/>
              <a:rect l="l" t="t" r="r" b="b"/>
              <a:pathLst>
                <a:path w="19" h="299" extrusionOk="0">
                  <a:moveTo>
                    <a:pt x="19" y="1"/>
                  </a:moveTo>
                  <a:lnTo>
                    <a:pt x="0" y="20"/>
                  </a:lnTo>
                  <a:lnTo>
                    <a:pt x="0" y="280"/>
                  </a:lnTo>
                  <a:lnTo>
                    <a:pt x="19" y="29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 name="Google Shape;299;p44"/>
            <p:cNvSpPr/>
            <p:nvPr/>
          </p:nvSpPr>
          <p:spPr>
            <a:xfrm>
              <a:off x="6064675" y="2057450"/>
              <a:ext cx="500" cy="8850"/>
            </a:xfrm>
            <a:custGeom>
              <a:avLst/>
              <a:gdLst/>
              <a:ahLst/>
              <a:cxnLst/>
              <a:rect l="l" t="t" r="r" b="b"/>
              <a:pathLst>
                <a:path w="20" h="354" extrusionOk="0">
                  <a:moveTo>
                    <a:pt x="19" y="0"/>
                  </a:moveTo>
                  <a:lnTo>
                    <a:pt x="1" y="19"/>
                  </a:lnTo>
                  <a:lnTo>
                    <a:pt x="1" y="317"/>
                  </a:lnTo>
                  <a:lnTo>
                    <a:pt x="19" y="35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 name="Google Shape;300;p44"/>
            <p:cNvSpPr/>
            <p:nvPr/>
          </p:nvSpPr>
          <p:spPr>
            <a:xfrm>
              <a:off x="6065150" y="2056975"/>
              <a:ext cx="950" cy="9800"/>
            </a:xfrm>
            <a:custGeom>
              <a:avLst/>
              <a:gdLst/>
              <a:ahLst/>
              <a:cxnLst/>
              <a:rect l="l" t="t" r="r" b="b"/>
              <a:pathLst>
                <a:path w="38" h="392" extrusionOk="0">
                  <a:moveTo>
                    <a:pt x="38" y="1"/>
                  </a:moveTo>
                  <a:lnTo>
                    <a:pt x="0" y="19"/>
                  </a:lnTo>
                  <a:lnTo>
                    <a:pt x="0" y="373"/>
                  </a:lnTo>
                  <a:lnTo>
                    <a:pt x="38" y="392"/>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 name="Google Shape;301;p44"/>
            <p:cNvSpPr/>
            <p:nvPr/>
          </p:nvSpPr>
          <p:spPr>
            <a:xfrm>
              <a:off x="6066075" y="2056525"/>
              <a:ext cx="500" cy="10725"/>
            </a:xfrm>
            <a:custGeom>
              <a:avLst/>
              <a:gdLst/>
              <a:ahLst/>
              <a:cxnLst/>
              <a:rect l="l" t="t" r="r" b="b"/>
              <a:pathLst>
                <a:path w="20" h="429" extrusionOk="0">
                  <a:moveTo>
                    <a:pt x="19" y="0"/>
                  </a:moveTo>
                  <a:lnTo>
                    <a:pt x="1" y="19"/>
                  </a:lnTo>
                  <a:lnTo>
                    <a:pt x="1"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 name="Google Shape;302;p44"/>
            <p:cNvSpPr/>
            <p:nvPr/>
          </p:nvSpPr>
          <p:spPr>
            <a:xfrm>
              <a:off x="6066550" y="2055575"/>
              <a:ext cx="475" cy="12125"/>
            </a:xfrm>
            <a:custGeom>
              <a:avLst/>
              <a:gdLst/>
              <a:ahLst/>
              <a:cxnLst/>
              <a:rect l="l" t="t" r="r" b="b"/>
              <a:pathLst>
                <a:path w="19" h="485" extrusionOk="0">
                  <a:moveTo>
                    <a:pt x="19" y="1"/>
                  </a:moveTo>
                  <a:lnTo>
                    <a:pt x="0" y="38"/>
                  </a:lnTo>
                  <a:lnTo>
                    <a:pt x="0" y="466"/>
                  </a:lnTo>
                  <a:lnTo>
                    <a:pt x="19" y="4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 name="Google Shape;303;p44"/>
            <p:cNvSpPr/>
            <p:nvPr/>
          </p:nvSpPr>
          <p:spPr>
            <a:xfrm>
              <a:off x="6067000" y="2055125"/>
              <a:ext cx="500" cy="13050"/>
            </a:xfrm>
            <a:custGeom>
              <a:avLst/>
              <a:gdLst/>
              <a:ahLst/>
              <a:cxnLst/>
              <a:rect l="l" t="t" r="r" b="b"/>
              <a:pathLst>
                <a:path w="20" h="522" extrusionOk="0">
                  <a:moveTo>
                    <a:pt x="20" y="0"/>
                  </a:moveTo>
                  <a:lnTo>
                    <a:pt x="1" y="19"/>
                  </a:lnTo>
                  <a:lnTo>
                    <a:pt x="1" y="503"/>
                  </a:lnTo>
                  <a:lnTo>
                    <a:pt x="20" y="52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 name="Google Shape;304;p44"/>
            <p:cNvSpPr/>
            <p:nvPr/>
          </p:nvSpPr>
          <p:spPr>
            <a:xfrm>
              <a:off x="6067475" y="2054650"/>
              <a:ext cx="500" cy="13975"/>
            </a:xfrm>
            <a:custGeom>
              <a:avLst/>
              <a:gdLst/>
              <a:ahLst/>
              <a:cxnLst/>
              <a:rect l="l" t="t" r="r" b="b"/>
              <a:pathLst>
                <a:path w="20" h="559" extrusionOk="0">
                  <a:moveTo>
                    <a:pt x="19" y="1"/>
                  </a:moveTo>
                  <a:lnTo>
                    <a:pt x="1" y="19"/>
                  </a:lnTo>
                  <a:lnTo>
                    <a:pt x="1" y="540"/>
                  </a:lnTo>
                  <a:lnTo>
                    <a:pt x="19" y="55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 name="Google Shape;305;p44"/>
            <p:cNvSpPr/>
            <p:nvPr/>
          </p:nvSpPr>
          <p:spPr>
            <a:xfrm>
              <a:off x="6067950" y="2054200"/>
              <a:ext cx="475" cy="15375"/>
            </a:xfrm>
            <a:custGeom>
              <a:avLst/>
              <a:gdLst/>
              <a:ahLst/>
              <a:cxnLst/>
              <a:rect l="l" t="t" r="r" b="b"/>
              <a:pathLst>
                <a:path w="19" h="615" extrusionOk="0">
                  <a:moveTo>
                    <a:pt x="19" y="0"/>
                  </a:moveTo>
                  <a:lnTo>
                    <a:pt x="0" y="19"/>
                  </a:lnTo>
                  <a:lnTo>
                    <a:pt x="0" y="577"/>
                  </a:lnTo>
                  <a:lnTo>
                    <a:pt x="19" y="61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 name="Google Shape;306;p44"/>
            <p:cNvSpPr/>
            <p:nvPr/>
          </p:nvSpPr>
          <p:spPr>
            <a:xfrm>
              <a:off x="6068400" y="2053725"/>
              <a:ext cx="950" cy="16300"/>
            </a:xfrm>
            <a:custGeom>
              <a:avLst/>
              <a:gdLst/>
              <a:ahLst/>
              <a:cxnLst/>
              <a:rect l="l" t="t" r="r" b="b"/>
              <a:pathLst>
                <a:path w="38" h="652" extrusionOk="0">
                  <a:moveTo>
                    <a:pt x="38" y="0"/>
                  </a:moveTo>
                  <a:lnTo>
                    <a:pt x="1" y="19"/>
                  </a:lnTo>
                  <a:lnTo>
                    <a:pt x="1" y="633"/>
                  </a:lnTo>
                  <a:lnTo>
                    <a:pt x="38" y="652"/>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 name="Google Shape;307;p44"/>
            <p:cNvSpPr/>
            <p:nvPr/>
          </p:nvSpPr>
          <p:spPr>
            <a:xfrm>
              <a:off x="6069325" y="2053250"/>
              <a:ext cx="500" cy="17250"/>
            </a:xfrm>
            <a:custGeom>
              <a:avLst/>
              <a:gdLst/>
              <a:ahLst/>
              <a:cxnLst/>
              <a:rect l="l" t="t" r="r" b="b"/>
              <a:pathLst>
                <a:path w="20" h="690" extrusionOk="0">
                  <a:moveTo>
                    <a:pt x="20" y="1"/>
                  </a:moveTo>
                  <a:lnTo>
                    <a:pt x="1" y="19"/>
                  </a:lnTo>
                  <a:lnTo>
                    <a:pt x="1" y="671"/>
                  </a:lnTo>
                  <a:lnTo>
                    <a:pt x="20" y="689"/>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 name="Google Shape;308;p44"/>
            <p:cNvSpPr/>
            <p:nvPr/>
          </p:nvSpPr>
          <p:spPr>
            <a:xfrm>
              <a:off x="6069800" y="2052325"/>
              <a:ext cx="500" cy="18650"/>
            </a:xfrm>
            <a:custGeom>
              <a:avLst/>
              <a:gdLst/>
              <a:ahLst/>
              <a:cxnLst/>
              <a:rect l="l" t="t" r="r" b="b"/>
              <a:pathLst>
                <a:path w="20" h="746" extrusionOk="0">
                  <a:moveTo>
                    <a:pt x="19" y="1"/>
                  </a:moveTo>
                  <a:lnTo>
                    <a:pt x="1" y="38"/>
                  </a:lnTo>
                  <a:lnTo>
                    <a:pt x="1" y="726"/>
                  </a:lnTo>
                  <a:lnTo>
                    <a:pt x="19" y="74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 name="Google Shape;309;p44"/>
            <p:cNvSpPr/>
            <p:nvPr/>
          </p:nvSpPr>
          <p:spPr>
            <a:xfrm>
              <a:off x="6070275" y="2051875"/>
              <a:ext cx="475" cy="19550"/>
            </a:xfrm>
            <a:custGeom>
              <a:avLst/>
              <a:gdLst/>
              <a:ahLst/>
              <a:cxnLst/>
              <a:rect l="l" t="t" r="r" b="b"/>
              <a:pathLst>
                <a:path w="19" h="782" extrusionOk="0">
                  <a:moveTo>
                    <a:pt x="19" y="0"/>
                  </a:moveTo>
                  <a:lnTo>
                    <a:pt x="0" y="19"/>
                  </a:lnTo>
                  <a:lnTo>
                    <a:pt x="0" y="763"/>
                  </a:lnTo>
                  <a:lnTo>
                    <a:pt x="19" y="78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 name="Google Shape;310;p44"/>
            <p:cNvSpPr/>
            <p:nvPr/>
          </p:nvSpPr>
          <p:spPr>
            <a:xfrm>
              <a:off x="6070725" y="2051400"/>
              <a:ext cx="500" cy="20500"/>
            </a:xfrm>
            <a:custGeom>
              <a:avLst/>
              <a:gdLst/>
              <a:ahLst/>
              <a:cxnLst/>
              <a:rect l="l" t="t" r="r" b="b"/>
              <a:pathLst>
                <a:path w="20" h="820" extrusionOk="0">
                  <a:moveTo>
                    <a:pt x="19" y="0"/>
                  </a:moveTo>
                  <a:lnTo>
                    <a:pt x="1" y="19"/>
                  </a:lnTo>
                  <a:lnTo>
                    <a:pt x="1" y="801"/>
                  </a:lnTo>
                  <a:lnTo>
                    <a:pt x="19" y="819"/>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 name="Google Shape;311;p44"/>
            <p:cNvSpPr/>
            <p:nvPr/>
          </p:nvSpPr>
          <p:spPr>
            <a:xfrm>
              <a:off x="6071200" y="2050925"/>
              <a:ext cx="500" cy="21900"/>
            </a:xfrm>
            <a:custGeom>
              <a:avLst/>
              <a:gdLst/>
              <a:ahLst/>
              <a:cxnLst/>
              <a:rect l="l" t="t" r="r" b="b"/>
              <a:pathLst>
                <a:path w="20" h="876" extrusionOk="0">
                  <a:moveTo>
                    <a:pt x="19" y="1"/>
                  </a:moveTo>
                  <a:lnTo>
                    <a:pt x="0" y="19"/>
                  </a:lnTo>
                  <a:lnTo>
                    <a:pt x="0" y="838"/>
                  </a:lnTo>
                  <a:lnTo>
                    <a:pt x="19" y="87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 name="Google Shape;312;p44"/>
            <p:cNvSpPr/>
            <p:nvPr/>
          </p:nvSpPr>
          <p:spPr>
            <a:xfrm>
              <a:off x="6071675" y="2050475"/>
              <a:ext cx="950" cy="22825"/>
            </a:xfrm>
            <a:custGeom>
              <a:avLst/>
              <a:gdLst/>
              <a:ahLst/>
              <a:cxnLst/>
              <a:rect l="l" t="t" r="r" b="b"/>
              <a:pathLst>
                <a:path w="38" h="913" extrusionOk="0">
                  <a:moveTo>
                    <a:pt x="37" y="0"/>
                  </a:moveTo>
                  <a:lnTo>
                    <a:pt x="0" y="19"/>
                  </a:lnTo>
                  <a:lnTo>
                    <a:pt x="0" y="893"/>
                  </a:lnTo>
                  <a:lnTo>
                    <a:pt x="37" y="912"/>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 name="Google Shape;313;p44"/>
            <p:cNvSpPr/>
            <p:nvPr/>
          </p:nvSpPr>
          <p:spPr>
            <a:xfrm>
              <a:off x="6072600" y="2050000"/>
              <a:ext cx="475" cy="23750"/>
            </a:xfrm>
            <a:custGeom>
              <a:avLst/>
              <a:gdLst/>
              <a:ahLst/>
              <a:cxnLst/>
              <a:rect l="l" t="t" r="r" b="b"/>
              <a:pathLst>
                <a:path w="19" h="950" extrusionOk="0">
                  <a:moveTo>
                    <a:pt x="19" y="1"/>
                  </a:moveTo>
                  <a:lnTo>
                    <a:pt x="0" y="19"/>
                  </a:lnTo>
                  <a:lnTo>
                    <a:pt x="0" y="931"/>
                  </a:lnTo>
                  <a:lnTo>
                    <a:pt x="19" y="95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 name="Google Shape;314;p44"/>
            <p:cNvSpPr/>
            <p:nvPr/>
          </p:nvSpPr>
          <p:spPr>
            <a:xfrm>
              <a:off x="6073050" y="2049075"/>
              <a:ext cx="500" cy="25150"/>
            </a:xfrm>
            <a:custGeom>
              <a:avLst/>
              <a:gdLst/>
              <a:ahLst/>
              <a:cxnLst/>
              <a:rect l="l" t="t" r="r" b="b"/>
              <a:pathLst>
                <a:path w="20" h="1006" extrusionOk="0">
                  <a:moveTo>
                    <a:pt x="19" y="0"/>
                  </a:moveTo>
                  <a:lnTo>
                    <a:pt x="1" y="38"/>
                  </a:lnTo>
                  <a:lnTo>
                    <a:pt x="1" y="987"/>
                  </a:lnTo>
                  <a:lnTo>
                    <a:pt x="19" y="1005"/>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 name="Google Shape;315;p44"/>
            <p:cNvSpPr/>
            <p:nvPr/>
          </p:nvSpPr>
          <p:spPr>
            <a:xfrm>
              <a:off x="6073525" y="2048600"/>
              <a:ext cx="500" cy="26075"/>
            </a:xfrm>
            <a:custGeom>
              <a:avLst/>
              <a:gdLst/>
              <a:ahLst/>
              <a:cxnLst/>
              <a:rect l="l" t="t" r="r" b="b"/>
              <a:pathLst>
                <a:path w="20" h="1043" extrusionOk="0">
                  <a:moveTo>
                    <a:pt x="19" y="1"/>
                  </a:moveTo>
                  <a:lnTo>
                    <a:pt x="0" y="19"/>
                  </a:lnTo>
                  <a:lnTo>
                    <a:pt x="0" y="1024"/>
                  </a:lnTo>
                  <a:lnTo>
                    <a:pt x="19" y="104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 name="Google Shape;316;p44"/>
            <p:cNvSpPr/>
            <p:nvPr/>
          </p:nvSpPr>
          <p:spPr>
            <a:xfrm>
              <a:off x="6074000" y="2048150"/>
              <a:ext cx="475" cy="27000"/>
            </a:xfrm>
            <a:custGeom>
              <a:avLst/>
              <a:gdLst/>
              <a:ahLst/>
              <a:cxnLst/>
              <a:rect l="l" t="t" r="r" b="b"/>
              <a:pathLst>
                <a:path w="19" h="1080" extrusionOk="0">
                  <a:moveTo>
                    <a:pt x="19" y="0"/>
                  </a:moveTo>
                  <a:lnTo>
                    <a:pt x="0" y="19"/>
                  </a:lnTo>
                  <a:lnTo>
                    <a:pt x="0" y="1061"/>
                  </a:lnTo>
                  <a:lnTo>
                    <a:pt x="19" y="108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 name="Google Shape;317;p44"/>
            <p:cNvSpPr/>
            <p:nvPr/>
          </p:nvSpPr>
          <p:spPr>
            <a:xfrm>
              <a:off x="6074450" y="2047675"/>
              <a:ext cx="500" cy="28400"/>
            </a:xfrm>
            <a:custGeom>
              <a:avLst/>
              <a:gdLst/>
              <a:ahLst/>
              <a:cxnLst/>
              <a:rect l="l" t="t" r="r" b="b"/>
              <a:pathLst>
                <a:path w="20" h="1136" extrusionOk="0">
                  <a:moveTo>
                    <a:pt x="19" y="1"/>
                  </a:moveTo>
                  <a:lnTo>
                    <a:pt x="1" y="19"/>
                  </a:lnTo>
                  <a:lnTo>
                    <a:pt x="1" y="1099"/>
                  </a:lnTo>
                  <a:lnTo>
                    <a:pt x="19" y="113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 name="Google Shape;318;p44"/>
            <p:cNvSpPr/>
            <p:nvPr/>
          </p:nvSpPr>
          <p:spPr>
            <a:xfrm>
              <a:off x="6074925" y="2047200"/>
              <a:ext cx="950" cy="29350"/>
            </a:xfrm>
            <a:custGeom>
              <a:avLst/>
              <a:gdLst/>
              <a:ahLst/>
              <a:cxnLst/>
              <a:rect l="l" t="t" r="r" b="b"/>
              <a:pathLst>
                <a:path w="38" h="1174" extrusionOk="0">
                  <a:moveTo>
                    <a:pt x="38" y="1"/>
                  </a:moveTo>
                  <a:lnTo>
                    <a:pt x="0" y="20"/>
                  </a:lnTo>
                  <a:lnTo>
                    <a:pt x="0" y="1155"/>
                  </a:lnTo>
                  <a:lnTo>
                    <a:pt x="38" y="1173"/>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9" name="Google Shape;319;p44"/>
            <p:cNvSpPr/>
            <p:nvPr/>
          </p:nvSpPr>
          <p:spPr>
            <a:xfrm>
              <a:off x="6075850" y="2046750"/>
              <a:ext cx="500" cy="30250"/>
            </a:xfrm>
            <a:custGeom>
              <a:avLst/>
              <a:gdLst/>
              <a:ahLst/>
              <a:cxnLst/>
              <a:rect l="l" t="t" r="r" b="b"/>
              <a:pathLst>
                <a:path w="20" h="1210" extrusionOk="0">
                  <a:moveTo>
                    <a:pt x="19" y="0"/>
                  </a:moveTo>
                  <a:lnTo>
                    <a:pt x="1" y="19"/>
                  </a:lnTo>
                  <a:lnTo>
                    <a:pt x="1" y="1191"/>
                  </a:lnTo>
                  <a:lnTo>
                    <a:pt x="19" y="121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 name="Google Shape;320;p44"/>
            <p:cNvSpPr/>
            <p:nvPr/>
          </p:nvSpPr>
          <p:spPr>
            <a:xfrm>
              <a:off x="6076325" y="2045825"/>
              <a:ext cx="475" cy="31650"/>
            </a:xfrm>
            <a:custGeom>
              <a:avLst/>
              <a:gdLst/>
              <a:ahLst/>
              <a:cxnLst/>
              <a:rect l="l" t="t" r="r" b="b"/>
              <a:pathLst>
                <a:path w="19" h="1266" extrusionOk="0">
                  <a:moveTo>
                    <a:pt x="19" y="0"/>
                  </a:moveTo>
                  <a:lnTo>
                    <a:pt x="0" y="37"/>
                  </a:lnTo>
                  <a:lnTo>
                    <a:pt x="0" y="1247"/>
                  </a:lnTo>
                  <a:lnTo>
                    <a:pt x="19" y="126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 name="Google Shape;321;p44"/>
            <p:cNvSpPr/>
            <p:nvPr/>
          </p:nvSpPr>
          <p:spPr>
            <a:xfrm>
              <a:off x="6076775" y="2045350"/>
              <a:ext cx="500" cy="32600"/>
            </a:xfrm>
            <a:custGeom>
              <a:avLst/>
              <a:gdLst/>
              <a:ahLst/>
              <a:cxnLst/>
              <a:rect l="l" t="t" r="r" b="b"/>
              <a:pathLst>
                <a:path w="20" h="1304" extrusionOk="0">
                  <a:moveTo>
                    <a:pt x="19" y="0"/>
                  </a:moveTo>
                  <a:lnTo>
                    <a:pt x="1" y="19"/>
                  </a:lnTo>
                  <a:lnTo>
                    <a:pt x="1" y="1285"/>
                  </a:lnTo>
                  <a:lnTo>
                    <a:pt x="19" y="130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 name="Google Shape;322;p44"/>
            <p:cNvSpPr/>
            <p:nvPr/>
          </p:nvSpPr>
          <p:spPr>
            <a:xfrm>
              <a:off x="6077250" y="2044875"/>
              <a:ext cx="475" cy="33525"/>
            </a:xfrm>
            <a:custGeom>
              <a:avLst/>
              <a:gdLst/>
              <a:ahLst/>
              <a:cxnLst/>
              <a:rect l="l" t="t" r="r" b="b"/>
              <a:pathLst>
                <a:path w="19" h="1341" extrusionOk="0">
                  <a:moveTo>
                    <a:pt x="19" y="1"/>
                  </a:moveTo>
                  <a:lnTo>
                    <a:pt x="0" y="19"/>
                  </a:lnTo>
                  <a:lnTo>
                    <a:pt x="0" y="1322"/>
                  </a:lnTo>
                  <a:lnTo>
                    <a:pt x="19" y="134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 name="Google Shape;323;p44"/>
            <p:cNvSpPr/>
            <p:nvPr/>
          </p:nvSpPr>
          <p:spPr>
            <a:xfrm>
              <a:off x="6077700" y="2044425"/>
              <a:ext cx="500" cy="34925"/>
            </a:xfrm>
            <a:custGeom>
              <a:avLst/>
              <a:gdLst/>
              <a:ahLst/>
              <a:cxnLst/>
              <a:rect l="l" t="t" r="r" b="b"/>
              <a:pathLst>
                <a:path w="20" h="1397" extrusionOk="0">
                  <a:moveTo>
                    <a:pt x="20" y="0"/>
                  </a:moveTo>
                  <a:lnTo>
                    <a:pt x="1" y="19"/>
                  </a:lnTo>
                  <a:lnTo>
                    <a:pt x="1" y="1359"/>
                  </a:lnTo>
                  <a:lnTo>
                    <a:pt x="20" y="139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 name="Google Shape;324;p44"/>
            <p:cNvSpPr/>
            <p:nvPr/>
          </p:nvSpPr>
          <p:spPr>
            <a:xfrm>
              <a:off x="6078175" y="2043950"/>
              <a:ext cx="950" cy="35850"/>
            </a:xfrm>
            <a:custGeom>
              <a:avLst/>
              <a:gdLst/>
              <a:ahLst/>
              <a:cxnLst/>
              <a:rect l="l" t="t" r="r" b="b"/>
              <a:pathLst>
                <a:path w="38" h="1434" extrusionOk="0">
                  <a:moveTo>
                    <a:pt x="38" y="1"/>
                  </a:moveTo>
                  <a:lnTo>
                    <a:pt x="1" y="19"/>
                  </a:lnTo>
                  <a:lnTo>
                    <a:pt x="1" y="1415"/>
                  </a:lnTo>
                  <a:lnTo>
                    <a:pt x="38" y="143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 name="Google Shape;325;p44"/>
            <p:cNvSpPr/>
            <p:nvPr/>
          </p:nvSpPr>
          <p:spPr>
            <a:xfrm>
              <a:off x="6079100" y="2043500"/>
              <a:ext cx="500" cy="36775"/>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 name="Google Shape;326;p44"/>
            <p:cNvSpPr/>
            <p:nvPr/>
          </p:nvSpPr>
          <p:spPr>
            <a:xfrm>
              <a:off x="6079575" y="2042550"/>
              <a:ext cx="500" cy="38175"/>
            </a:xfrm>
            <a:custGeom>
              <a:avLst/>
              <a:gdLst/>
              <a:ahLst/>
              <a:cxnLst/>
              <a:rect l="l" t="t" r="r" b="b"/>
              <a:pathLst>
                <a:path w="20" h="1527" extrusionOk="0">
                  <a:moveTo>
                    <a:pt x="19" y="1"/>
                  </a:moveTo>
                  <a:lnTo>
                    <a:pt x="0" y="38"/>
                  </a:lnTo>
                  <a:lnTo>
                    <a:pt x="0" y="1508"/>
                  </a:lnTo>
                  <a:lnTo>
                    <a:pt x="19" y="152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 name="Google Shape;327;p44"/>
            <p:cNvSpPr/>
            <p:nvPr/>
          </p:nvSpPr>
          <p:spPr>
            <a:xfrm>
              <a:off x="6080050" y="2042100"/>
              <a:ext cx="475" cy="39100"/>
            </a:xfrm>
            <a:custGeom>
              <a:avLst/>
              <a:gdLst/>
              <a:ahLst/>
              <a:cxnLst/>
              <a:rect l="l" t="t" r="r" b="b"/>
              <a:pathLst>
                <a:path w="19" h="1564" extrusionOk="0">
                  <a:moveTo>
                    <a:pt x="19" y="0"/>
                  </a:moveTo>
                  <a:lnTo>
                    <a:pt x="0" y="19"/>
                  </a:lnTo>
                  <a:lnTo>
                    <a:pt x="0" y="1545"/>
                  </a:lnTo>
                  <a:lnTo>
                    <a:pt x="19" y="156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 name="Google Shape;328;p44"/>
            <p:cNvSpPr/>
            <p:nvPr/>
          </p:nvSpPr>
          <p:spPr>
            <a:xfrm>
              <a:off x="6080500" y="2041625"/>
              <a:ext cx="500" cy="40050"/>
            </a:xfrm>
            <a:custGeom>
              <a:avLst/>
              <a:gdLst/>
              <a:ahLst/>
              <a:cxnLst/>
              <a:rect l="l" t="t" r="r" b="b"/>
              <a:pathLst>
                <a:path w="20" h="1602" extrusionOk="0">
                  <a:moveTo>
                    <a:pt x="19" y="1"/>
                  </a:moveTo>
                  <a:lnTo>
                    <a:pt x="1" y="19"/>
                  </a:lnTo>
                  <a:lnTo>
                    <a:pt x="1" y="1582"/>
                  </a:lnTo>
                  <a:lnTo>
                    <a:pt x="19" y="160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 name="Google Shape;329;p44"/>
            <p:cNvSpPr/>
            <p:nvPr/>
          </p:nvSpPr>
          <p:spPr>
            <a:xfrm>
              <a:off x="6080975" y="2041150"/>
              <a:ext cx="475" cy="41450"/>
            </a:xfrm>
            <a:custGeom>
              <a:avLst/>
              <a:gdLst/>
              <a:ahLst/>
              <a:cxnLst/>
              <a:rect l="l" t="t" r="r" b="b"/>
              <a:pathLst>
                <a:path w="19" h="1658" extrusionOk="0">
                  <a:moveTo>
                    <a:pt x="19" y="1"/>
                  </a:moveTo>
                  <a:lnTo>
                    <a:pt x="0" y="20"/>
                  </a:lnTo>
                  <a:lnTo>
                    <a:pt x="0" y="1620"/>
                  </a:lnTo>
                  <a:lnTo>
                    <a:pt x="19" y="165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 name="Google Shape;330;p44"/>
            <p:cNvSpPr/>
            <p:nvPr/>
          </p:nvSpPr>
          <p:spPr>
            <a:xfrm>
              <a:off x="6081425" y="2040700"/>
              <a:ext cx="975" cy="42350"/>
            </a:xfrm>
            <a:custGeom>
              <a:avLst/>
              <a:gdLst/>
              <a:ahLst/>
              <a:cxnLst/>
              <a:rect l="l" t="t" r="r" b="b"/>
              <a:pathLst>
                <a:path w="39" h="1694" extrusionOk="0">
                  <a:moveTo>
                    <a:pt x="38" y="0"/>
                  </a:moveTo>
                  <a:lnTo>
                    <a:pt x="1" y="19"/>
                  </a:lnTo>
                  <a:lnTo>
                    <a:pt x="1" y="1675"/>
                  </a:lnTo>
                  <a:lnTo>
                    <a:pt x="38" y="169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 name="Google Shape;331;p44"/>
            <p:cNvSpPr/>
            <p:nvPr/>
          </p:nvSpPr>
          <p:spPr>
            <a:xfrm>
              <a:off x="6082375" y="2040225"/>
              <a:ext cx="475" cy="43300"/>
            </a:xfrm>
            <a:custGeom>
              <a:avLst/>
              <a:gdLst/>
              <a:ahLst/>
              <a:cxnLst/>
              <a:rect l="l" t="t" r="r" b="b"/>
              <a:pathLst>
                <a:path w="19" h="1732" extrusionOk="0">
                  <a:moveTo>
                    <a:pt x="19" y="1"/>
                  </a:moveTo>
                  <a:lnTo>
                    <a:pt x="0" y="19"/>
                  </a:lnTo>
                  <a:lnTo>
                    <a:pt x="0" y="1713"/>
                  </a:lnTo>
                  <a:lnTo>
                    <a:pt x="19" y="173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 name="Google Shape;332;p44"/>
            <p:cNvSpPr/>
            <p:nvPr/>
          </p:nvSpPr>
          <p:spPr>
            <a:xfrm>
              <a:off x="6082825" y="2039300"/>
              <a:ext cx="500" cy="44700"/>
            </a:xfrm>
            <a:custGeom>
              <a:avLst/>
              <a:gdLst/>
              <a:ahLst/>
              <a:cxnLst/>
              <a:rect l="l" t="t" r="r" b="b"/>
              <a:pathLst>
                <a:path w="20" h="1788" extrusionOk="0">
                  <a:moveTo>
                    <a:pt x="19" y="1"/>
                  </a:moveTo>
                  <a:lnTo>
                    <a:pt x="1" y="38"/>
                  </a:lnTo>
                  <a:lnTo>
                    <a:pt x="1" y="1769"/>
                  </a:lnTo>
                  <a:lnTo>
                    <a:pt x="19" y="178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 name="Google Shape;333;p44"/>
            <p:cNvSpPr/>
            <p:nvPr/>
          </p:nvSpPr>
          <p:spPr>
            <a:xfrm>
              <a:off x="6083300" y="2038825"/>
              <a:ext cx="475" cy="45625"/>
            </a:xfrm>
            <a:custGeom>
              <a:avLst/>
              <a:gdLst/>
              <a:ahLst/>
              <a:cxnLst/>
              <a:rect l="l" t="t" r="r" b="b"/>
              <a:pathLst>
                <a:path w="19" h="1825" extrusionOk="0">
                  <a:moveTo>
                    <a:pt x="19" y="1"/>
                  </a:moveTo>
                  <a:lnTo>
                    <a:pt x="0" y="20"/>
                  </a:lnTo>
                  <a:lnTo>
                    <a:pt x="0" y="1806"/>
                  </a:lnTo>
                  <a:lnTo>
                    <a:pt x="19" y="182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 name="Google Shape;334;p44"/>
            <p:cNvSpPr/>
            <p:nvPr/>
          </p:nvSpPr>
          <p:spPr>
            <a:xfrm>
              <a:off x="6083750" y="2038375"/>
              <a:ext cx="500" cy="46550"/>
            </a:xfrm>
            <a:custGeom>
              <a:avLst/>
              <a:gdLst/>
              <a:ahLst/>
              <a:cxnLst/>
              <a:rect l="l" t="t" r="r" b="b"/>
              <a:pathLst>
                <a:path w="20" h="1862" extrusionOk="0">
                  <a:moveTo>
                    <a:pt x="20" y="0"/>
                  </a:moveTo>
                  <a:lnTo>
                    <a:pt x="1" y="19"/>
                  </a:lnTo>
                  <a:lnTo>
                    <a:pt x="1" y="1843"/>
                  </a:lnTo>
                  <a:lnTo>
                    <a:pt x="20" y="186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 name="Google Shape;335;p44"/>
            <p:cNvSpPr/>
            <p:nvPr/>
          </p:nvSpPr>
          <p:spPr>
            <a:xfrm>
              <a:off x="6084225" y="2037900"/>
              <a:ext cx="500" cy="47950"/>
            </a:xfrm>
            <a:custGeom>
              <a:avLst/>
              <a:gdLst/>
              <a:ahLst/>
              <a:cxnLst/>
              <a:rect l="l" t="t" r="r" b="b"/>
              <a:pathLst>
                <a:path w="20" h="1918" extrusionOk="0">
                  <a:moveTo>
                    <a:pt x="19" y="1"/>
                  </a:moveTo>
                  <a:lnTo>
                    <a:pt x="1" y="19"/>
                  </a:lnTo>
                  <a:lnTo>
                    <a:pt x="1" y="1880"/>
                  </a:lnTo>
                  <a:lnTo>
                    <a:pt x="19" y="191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 name="Google Shape;336;p44"/>
            <p:cNvSpPr/>
            <p:nvPr/>
          </p:nvSpPr>
          <p:spPr>
            <a:xfrm>
              <a:off x="6084700" y="2037450"/>
              <a:ext cx="950" cy="48875"/>
            </a:xfrm>
            <a:custGeom>
              <a:avLst/>
              <a:gdLst/>
              <a:ahLst/>
              <a:cxnLst/>
              <a:rect l="l" t="t" r="r" b="b"/>
              <a:pathLst>
                <a:path w="38" h="1955" extrusionOk="0">
                  <a:moveTo>
                    <a:pt x="37" y="0"/>
                  </a:moveTo>
                  <a:lnTo>
                    <a:pt x="0" y="19"/>
                  </a:lnTo>
                  <a:lnTo>
                    <a:pt x="0" y="1936"/>
                  </a:lnTo>
                  <a:lnTo>
                    <a:pt x="37" y="1954"/>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 name="Google Shape;337;p44"/>
            <p:cNvSpPr/>
            <p:nvPr/>
          </p:nvSpPr>
          <p:spPr>
            <a:xfrm>
              <a:off x="6085625" y="2036975"/>
              <a:ext cx="475" cy="49800"/>
            </a:xfrm>
            <a:custGeom>
              <a:avLst/>
              <a:gdLst/>
              <a:ahLst/>
              <a:cxnLst/>
              <a:rect l="l" t="t" r="r" b="b"/>
              <a:pathLst>
                <a:path w="19" h="1992" extrusionOk="0">
                  <a:moveTo>
                    <a:pt x="19" y="0"/>
                  </a:moveTo>
                  <a:lnTo>
                    <a:pt x="0" y="19"/>
                  </a:lnTo>
                  <a:lnTo>
                    <a:pt x="0" y="1973"/>
                  </a:lnTo>
                  <a:lnTo>
                    <a:pt x="19" y="199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 name="Google Shape;338;p44"/>
            <p:cNvSpPr/>
            <p:nvPr/>
          </p:nvSpPr>
          <p:spPr>
            <a:xfrm>
              <a:off x="6086075" y="2036050"/>
              <a:ext cx="500" cy="51200"/>
            </a:xfrm>
            <a:custGeom>
              <a:avLst/>
              <a:gdLst/>
              <a:ahLst/>
              <a:cxnLst/>
              <a:rect l="l" t="t" r="r" b="b"/>
              <a:pathLst>
                <a:path w="20" h="2048" extrusionOk="0">
                  <a:moveTo>
                    <a:pt x="20" y="0"/>
                  </a:moveTo>
                  <a:lnTo>
                    <a:pt x="1" y="37"/>
                  </a:lnTo>
                  <a:lnTo>
                    <a:pt x="1" y="2029"/>
                  </a:lnTo>
                  <a:lnTo>
                    <a:pt x="20" y="204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 name="Google Shape;339;p44"/>
            <p:cNvSpPr/>
            <p:nvPr/>
          </p:nvSpPr>
          <p:spPr>
            <a:xfrm>
              <a:off x="6086550" y="2035575"/>
              <a:ext cx="500" cy="52150"/>
            </a:xfrm>
            <a:custGeom>
              <a:avLst/>
              <a:gdLst/>
              <a:ahLst/>
              <a:cxnLst/>
              <a:rect l="l" t="t" r="r" b="b"/>
              <a:pathLst>
                <a:path w="20" h="2086" extrusionOk="0">
                  <a:moveTo>
                    <a:pt x="19" y="1"/>
                  </a:moveTo>
                  <a:lnTo>
                    <a:pt x="1" y="19"/>
                  </a:lnTo>
                  <a:lnTo>
                    <a:pt x="1" y="2066"/>
                  </a:lnTo>
                  <a:lnTo>
                    <a:pt x="19" y="20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 name="Google Shape;340;p44"/>
            <p:cNvSpPr/>
            <p:nvPr/>
          </p:nvSpPr>
          <p:spPr>
            <a:xfrm>
              <a:off x="6087025" y="2035125"/>
              <a:ext cx="475" cy="53050"/>
            </a:xfrm>
            <a:custGeom>
              <a:avLst/>
              <a:gdLst/>
              <a:ahLst/>
              <a:cxnLst/>
              <a:rect l="l" t="t" r="r" b="b"/>
              <a:pathLst>
                <a:path w="19" h="2122" extrusionOk="0">
                  <a:moveTo>
                    <a:pt x="19" y="0"/>
                  </a:moveTo>
                  <a:lnTo>
                    <a:pt x="0" y="19"/>
                  </a:lnTo>
                  <a:lnTo>
                    <a:pt x="0" y="2103"/>
                  </a:lnTo>
                  <a:lnTo>
                    <a:pt x="19" y="21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 name="Google Shape;341;p44"/>
            <p:cNvSpPr/>
            <p:nvPr/>
          </p:nvSpPr>
          <p:spPr>
            <a:xfrm>
              <a:off x="6087475" y="2034650"/>
              <a:ext cx="500" cy="54450"/>
            </a:xfrm>
            <a:custGeom>
              <a:avLst/>
              <a:gdLst/>
              <a:ahLst/>
              <a:cxnLst/>
              <a:rect l="l" t="t" r="r" b="b"/>
              <a:pathLst>
                <a:path w="20" h="2178" extrusionOk="0">
                  <a:moveTo>
                    <a:pt x="19" y="0"/>
                  </a:moveTo>
                  <a:lnTo>
                    <a:pt x="1" y="19"/>
                  </a:lnTo>
                  <a:lnTo>
                    <a:pt x="1" y="2141"/>
                  </a:lnTo>
                  <a:lnTo>
                    <a:pt x="19" y="217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 name="Google Shape;342;p44"/>
            <p:cNvSpPr/>
            <p:nvPr/>
          </p:nvSpPr>
          <p:spPr>
            <a:xfrm>
              <a:off x="6087950" y="2034175"/>
              <a:ext cx="950" cy="55400"/>
            </a:xfrm>
            <a:custGeom>
              <a:avLst/>
              <a:gdLst/>
              <a:ahLst/>
              <a:cxnLst/>
              <a:rect l="l" t="t" r="r" b="b"/>
              <a:pathLst>
                <a:path w="38" h="2216" extrusionOk="0">
                  <a:moveTo>
                    <a:pt x="38" y="1"/>
                  </a:moveTo>
                  <a:lnTo>
                    <a:pt x="0" y="19"/>
                  </a:lnTo>
                  <a:lnTo>
                    <a:pt x="0" y="2197"/>
                  </a:lnTo>
                  <a:lnTo>
                    <a:pt x="38" y="2215"/>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 name="Google Shape;343;p44"/>
            <p:cNvSpPr/>
            <p:nvPr/>
          </p:nvSpPr>
          <p:spPr>
            <a:xfrm>
              <a:off x="6088875" y="2033725"/>
              <a:ext cx="500" cy="56325"/>
            </a:xfrm>
            <a:custGeom>
              <a:avLst/>
              <a:gdLst/>
              <a:ahLst/>
              <a:cxnLst/>
              <a:rect l="l" t="t" r="r" b="b"/>
              <a:pathLst>
                <a:path w="20" h="2253" extrusionOk="0">
                  <a:moveTo>
                    <a:pt x="19" y="0"/>
                  </a:moveTo>
                  <a:lnTo>
                    <a:pt x="1" y="19"/>
                  </a:lnTo>
                  <a:lnTo>
                    <a:pt x="1" y="2233"/>
                  </a:lnTo>
                  <a:lnTo>
                    <a:pt x="19" y="225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 name="Google Shape;344;p44"/>
            <p:cNvSpPr/>
            <p:nvPr/>
          </p:nvSpPr>
          <p:spPr>
            <a:xfrm>
              <a:off x="6089350" y="2032775"/>
              <a:ext cx="475" cy="57725"/>
            </a:xfrm>
            <a:custGeom>
              <a:avLst/>
              <a:gdLst/>
              <a:ahLst/>
              <a:cxnLst/>
              <a:rect l="l" t="t" r="r" b="b"/>
              <a:pathLst>
                <a:path w="19" h="2309" extrusionOk="0">
                  <a:moveTo>
                    <a:pt x="19" y="1"/>
                  </a:moveTo>
                  <a:lnTo>
                    <a:pt x="0" y="38"/>
                  </a:lnTo>
                  <a:lnTo>
                    <a:pt x="0" y="2290"/>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 name="Google Shape;345;p44"/>
            <p:cNvSpPr/>
            <p:nvPr/>
          </p:nvSpPr>
          <p:spPr>
            <a:xfrm>
              <a:off x="6089800" y="2032775"/>
              <a:ext cx="500" cy="58200"/>
            </a:xfrm>
            <a:custGeom>
              <a:avLst/>
              <a:gdLst/>
              <a:ahLst/>
              <a:cxnLst/>
              <a:rect l="l" t="t" r="r" b="b"/>
              <a:pathLst>
                <a:path w="20" h="2328" extrusionOk="0">
                  <a:moveTo>
                    <a:pt x="1" y="1"/>
                  </a:moveTo>
                  <a:lnTo>
                    <a:pt x="1" y="2309"/>
                  </a:lnTo>
                  <a:lnTo>
                    <a:pt x="19" y="2327"/>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 name="Google Shape;346;p44"/>
            <p:cNvSpPr/>
            <p:nvPr/>
          </p:nvSpPr>
          <p:spPr>
            <a:xfrm>
              <a:off x="6090275" y="2032775"/>
              <a:ext cx="500" cy="57725"/>
            </a:xfrm>
            <a:custGeom>
              <a:avLst/>
              <a:gdLst/>
              <a:ahLst/>
              <a:cxnLst/>
              <a:rect l="l" t="t" r="r" b="b"/>
              <a:pathLst>
                <a:path w="20" h="2309" extrusionOk="0">
                  <a:moveTo>
                    <a:pt x="0" y="1"/>
                  </a:moveTo>
                  <a:lnTo>
                    <a:pt x="0" y="2309"/>
                  </a:lnTo>
                  <a:lnTo>
                    <a:pt x="19" y="229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 name="Google Shape;347;p44"/>
            <p:cNvSpPr/>
            <p:nvPr/>
          </p:nvSpPr>
          <p:spPr>
            <a:xfrm>
              <a:off x="6090750" y="2033250"/>
              <a:ext cx="475" cy="56800"/>
            </a:xfrm>
            <a:custGeom>
              <a:avLst/>
              <a:gdLst/>
              <a:ahLst/>
              <a:cxnLst/>
              <a:rect l="l" t="t" r="r" b="b"/>
              <a:pathLst>
                <a:path w="19" h="2272" extrusionOk="0">
                  <a:moveTo>
                    <a:pt x="0" y="1"/>
                  </a:moveTo>
                  <a:lnTo>
                    <a:pt x="0" y="2271"/>
                  </a:lnTo>
                  <a:lnTo>
                    <a:pt x="19" y="2252"/>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 name="Google Shape;348;p44"/>
            <p:cNvSpPr/>
            <p:nvPr/>
          </p:nvSpPr>
          <p:spPr>
            <a:xfrm>
              <a:off x="6091200" y="2034175"/>
              <a:ext cx="950" cy="55400"/>
            </a:xfrm>
            <a:custGeom>
              <a:avLst/>
              <a:gdLst/>
              <a:ahLst/>
              <a:cxnLst/>
              <a:rect l="l" t="t" r="r" b="b"/>
              <a:pathLst>
                <a:path w="38" h="2216" extrusionOk="0">
                  <a:moveTo>
                    <a:pt x="1" y="1"/>
                  </a:moveTo>
                  <a:lnTo>
                    <a:pt x="1" y="2215"/>
                  </a:lnTo>
                  <a:lnTo>
                    <a:pt x="38" y="2197"/>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9" name="Google Shape;349;p44"/>
            <p:cNvSpPr/>
            <p:nvPr/>
          </p:nvSpPr>
          <p:spPr>
            <a:xfrm>
              <a:off x="6092125" y="2034650"/>
              <a:ext cx="500" cy="54450"/>
            </a:xfrm>
            <a:custGeom>
              <a:avLst/>
              <a:gdLst/>
              <a:ahLst/>
              <a:cxnLst/>
              <a:rect l="l" t="t" r="r" b="b"/>
              <a:pathLst>
                <a:path w="20" h="2178" extrusionOk="0">
                  <a:moveTo>
                    <a:pt x="1" y="0"/>
                  </a:moveTo>
                  <a:lnTo>
                    <a:pt x="1" y="2178"/>
                  </a:lnTo>
                  <a:lnTo>
                    <a:pt x="20" y="214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0" name="Google Shape;350;p44"/>
            <p:cNvSpPr/>
            <p:nvPr/>
          </p:nvSpPr>
          <p:spPr>
            <a:xfrm>
              <a:off x="6092600" y="2035125"/>
              <a:ext cx="500" cy="53050"/>
            </a:xfrm>
            <a:custGeom>
              <a:avLst/>
              <a:gdLst/>
              <a:ahLst/>
              <a:cxnLst/>
              <a:rect l="l" t="t" r="r" b="b"/>
              <a:pathLst>
                <a:path w="20" h="2122" extrusionOk="0">
                  <a:moveTo>
                    <a:pt x="1" y="0"/>
                  </a:moveTo>
                  <a:lnTo>
                    <a:pt x="1" y="2122"/>
                  </a:lnTo>
                  <a:lnTo>
                    <a:pt x="19" y="21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1" name="Google Shape;351;p44"/>
            <p:cNvSpPr/>
            <p:nvPr/>
          </p:nvSpPr>
          <p:spPr>
            <a:xfrm>
              <a:off x="6093075" y="2035575"/>
              <a:ext cx="475" cy="52150"/>
            </a:xfrm>
            <a:custGeom>
              <a:avLst/>
              <a:gdLst/>
              <a:ahLst/>
              <a:cxnLst/>
              <a:rect l="l" t="t" r="r" b="b"/>
              <a:pathLst>
                <a:path w="19" h="2086" extrusionOk="0">
                  <a:moveTo>
                    <a:pt x="0" y="1"/>
                  </a:moveTo>
                  <a:lnTo>
                    <a:pt x="0" y="2085"/>
                  </a:lnTo>
                  <a:lnTo>
                    <a:pt x="19" y="206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 name="Google Shape;352;p44"/>
            <p:cNvSpPr/>
            <p:nvPr/>
          </p:nvSpPr>
          <p:spPr>
            <a:xfrm>
              <a:off x="6093525" y="2036050"/>
              <a:ext cx="500" cy="51200"/>
            </a:xfrm>
            <a:custGeom>
              <a:avLst/>
              <a:gdLst/>
              <a:ahLst/>
              <a:cxnLst/>
              <a:rect l="l" t="t" r="r" b="b"/>
              <a:pathLst>
                <a:path w="20" h="2048" extrusionOk="0">
                  <a:moveTo>
                    <a:pt x="1" y="0"/>
                  </a:moveTo>
                  <a:lnTo>
                    <a:pt x="1" y="2047"/>
                  </a:lnTo>
                  <a:lnTo>
                    <a:pt x="19" y="2029"/>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 name="Google Shape;353;p44"/>
            <p:cNvSpPr/>
            <p:nvPr/>
          </p:nvSpPr>
          <p:spPr>
            <a:xfrm>
              <a:off x="6094000" y="2036975"/>
              <a:ext cx="475" cy="49800"/>
            </a:xfrm>
            <a:custGeom>
              <a:avLst/>
              <a:gdLst/>
              <a:ahLst/>
              <a:cxnLst/>
              <a:rect l="l" t="t" r="r" b="b"/>
              <a:pathLst>
                <a:path w="19" h="1992" extrusionOk="0">
                  <a:moveTo>
                    <a:pt x="0" y="0"/>
                  </a:moveTo>
                  <a:lnTo>
                    <a:pt x="0" y="1992"/>
                  </a:lnTo>
                  <a:lnTo>
                    <a:pt x="19" y="197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 name="Google Shape;354;p44"/>
            <p:cNvSpPr/>
            <p:nvPr/>
          </p:nvSpPr>
          <p:spPr>
            <a:xfrm>
              <a:off x="6094450" y="2037450"/>
              <a:ext cx="975" cy="48875"/>
            </a:xfrm>
            <a:custGeom>
              <a:avLst/>
              <a:gdLst/>
              <a:ahLst/>
              <a:cxnLst/>
              <a:rect l="l" t="t" r="r" b="b"/>
              <a:pathLst>
                <a:path w="39" h="1955" extrusionOk="0">
                  <a:moveTo>
                    <a:pt x="1" y="0"/>
                  </a:moveTo>
                  <a:lnTo>
                    <a:pt x="1" y="1954"/>
                  </a:lnTo>
                  <a:lnTo>
                    <a:pt x="38" y="1936"/>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 name="Google Shape;355;p44"/>
            <p:cNvSpPr/>
            <p:nvPr/>
          </p:nvSpPr>
          <p:spPr>
            <a:xfrm>
              <a:off x="6095400" y="2037900"/>
              <a:ext cx="475" cy="47950"/>
            </a:xfrm>
            <a:custGeom>
              <a:avLst/>
              <a:gdLst/>
              <a:ahLst/>
              <a:cxnLst/>
              <a:rect l="l" t="t" r="r" b="b"/>
              <a:pathLst>
                <a:path w="19" h="1918" extrusionOk="0">
                  <a:moveTo>
                    <a:pt x="0" y="1"/>
                  </a:moveTo>
                  <a:lnTo>
                    <a:pt x="0" y="1918"/>
                  </a:lnTo>
                  <a:lnTo>
                    <a:pt x="19" y="188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 name="Google Shape;356;p44"/>
            <p:cNvSpPr/>
            <p:nvPr/>
          </p:nvSpPr>
          <p:spPr>
            <a:xfrm>
              <a:off x="6095850" y="2038375"/>
              <a:ext cx="500" cy="46550"/>
            </a:xfrm>
            <a:custGeom>
              <a:avLst/>
              <a:gdLst/>
              <a:ahLst/>
              <a:cxnLst/>
              <a:rect l="l" t="t" r="r" b="b"/>
              <a:pathLst>
                <a:path w="20" h="1862" extrusionOk="0">
                  <a:moveTo>
                    <a:pt x="1" y="0"/>
                  </a:moveTo>
                  <a:lnTo>
                    <a:pt x="1" y="1861"/>
                  </a:lnTo>
                  <a:lnTo>
                    <a:pt x="19" y="184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 name="Google Shape;357;p44"/>
            <p:cNvSpPr/>
            <p:nvPr/>
          </p:nvSpPr>
          <p:spPr>
            <a:xfrm>
              <a:off x="6096325" y="2038825"/>
              <a:ext cx="500" cy="45625"/>
            </a:xfrm>
            <a:custGeom>
              <a:avLst/>
              <a:gdLst/>
              <a:ahLst/>
              <a:cxnLst/>
              <a:rect l="l" t="t" r="r" b="b"/>
              <a:pathLst>
                <a:path w="20" h="1825" extrusionOk="0">
                  <a:moveTo>
                    <a:pt x="0" y="1"/>
                  </a:moveTo>
                  <a:lnTo>
                    <a:pt x="0" y="1825"/>
                  </a:lnTo>
                  <a:lnTo>
                    <a:pt x="19" y="1806"/>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 name="Google Shape;358;p44"/>
            <p:cNvSpPr/>
            <p:nvPr/>
          </p:nvSpPr>
          <p:spPr>
            <a:xfrm>
              <a:off x="6096800" y="2039300"/>
              <a:ext cx="475" cy="44700"/>
            </a:xfrm>
            <a:custGeom>
              <a:avLst/>
              <a:gdLst/>
              <a:ahLst/>
              <a:cxnLst/>
              <a:rect l="l" t="t" r="r" b="b"/>
              <a:pathLst>
                <a:path w="19" h="1788" extrusionOk="0">
                  <a:moveTo>
                    <a:pt x="0" y="1"/>
                  </a:moveTo>
                  <a:lnTo>
                    <a:pt x="0" y="1787"/>
                  </a:lnTo>
                  <a:lnTo>
                    <a:pt x="19" y="1769"/>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 name="Google Shape;359;p44"/>
            <p:cNvSpPr/>
            <p:nvPr/>
          </p:nvSpPr>
          <p:spPr>
            <a:xfrm>
              <a:off x="6097250" y="2040225"/>
              <a:ext cx="500" cy="43300"/>
            </a:xfrm>
            <a:custGeom>
              <a:avLst/>
              <a:gdLst/>
              <a:ahLst/>
              <a:cxnLst/>
              <a:rect l="l" t="t" r="r" b="b"/>
              <a:pathLst>
                <a:path w="20" h="1732" extrusionOk="0">
                  <a:moveTo>
                    <a:pt x="1" y="1"/>
                  </a:moveTo>
                  <a:lnTo>
                    <a:pt x="1" y="1732"/>
                  </a:lnTo>
                  <a:lnTo>
                    <a:pt x="19" y="171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 name="Google Shape;360;p44"/>
            <p:cNvSpPr/>
            <p:nvPr/>
          </p:nvSpPr>
          <p:spPr>
            <a:xfrm>
              <a:off x="6097725" y="2040700"/>
              <a:ext cx="950" cy="42350"/>
            </a:xfrm>
            <a:custGeom>
              <a:avLst/>
              <a:gdLst/>
              <a:ahLst/>
              <a:cxnLst/>
              <a:rect l="l" t="t" r="r" b="b"/>
              <a:pathLst>
                <a:path w="38" h="1694" extrusionOk="0">
                  <a:moveTo>
                    <a:pt x="0" y="0"/>
                  </a:moveTo>
                  <a:lnTo>
                    <a:pt x="0" y="1694"/>
                  </a:lnTo>
                  <a:lnTo>
                    <a:pt x="37" y="1675"/>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 name="Google Shape;361;p44"/>
            <p:cNvSpPr/>
            <p:nvPr/>
          </p:nvSpPr>
          <p:spPr>
            <a:xfrm>
              <a:off x="6098650" y="2041150"/>
              <a:ext cx="500" cy="41450"/>
            </a:xfrm>
            <a:custGeom>
              <a:avLst/>
              <a:gdLst/>
              <a:ahLst/>
              <a:cxnLst/>
              <a:rect l="l" t="t" r="r" b="b"/>
              <a:pathLst>
                <a:path w="20" h="1658" extrusionOk="0">
                  <a:moveTo>
                    <a:pt x="0" y="1"/>
                  </a:moveTo>
                  <a:lnTo>
                    <a:pt x="0" y="1657"/>
                  </a:lnTo>
                  <a:lnTo>
                    <a:pt x="19" y="162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 name="Google Shape;362;p44"/>
            <p:cNvSpPr/>
            <p:nvPr/>
          </p:nvSpPr>
          <p:spPr>
            <a:xfrm>
              <a:off x="6099125" y="2041625"/>
              <a:ext cx="475" cy="40050"/>
            </a:xfrm>
            <a:custGeom>
              <a:avLst/>
              <a:gdLst/>
              <a:ahLst/>
              <a:cxnLst/>
              <a:rect l="l" t="t" r="r" b="b"/>
              <a:pathLst>
                <a:path w="19" h="1602" extrusionOk="0">
                  <a:moveTo>
                    <a:pt x="0" y="1"/>
                  </a:moveTo>
                  <a:lnTo>
                    <a:pt x="0" y="1601"/>
                  </a:lnTo>
                  <a:lnTo>
                    <a:pt x="19" y="158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 name="Google Shape;363;p44"/>
            <p:cNvSpPr/>
            <p:nvPr/>
          </p:nvSpPr>
          <p:spPr>
            <a:xfrm>
              <a:off x="6099575" y="2042100"/>
              <a:ext cx="500" cy="39100"/>
            </a:xfrm>
            <a:custGeom>
              <a:avLst/>
              <a:gdLst/>
              <a:ahLst/>
              <a:cxnLst/>
              <a:rect l="l" t="t" r="r" b="b"/>
              <a:pathLst>
                <a:path w="20" h="1564" extrusionOk="0">
                  <a:moveTo>
                    <a:pt x="1" y="0"/>
                  </a:moveTo>
                  <a:lnTo>
                    <a:pt x="1" y="1563"/>
                  </a:lnTo>
                  <a:lnTo>
                    <a:pt x="19" y="154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 name="Google Shape;364;p44"/>
            <p:cNvSpPr/>
            <p:nvPr/>
          </p:nvSpPr>
          <p:spPr>
            <a:xfrm>
              <a:off x="6100050" y="2042550"/>
              <a:ext cx="475" cy="38175"/>
            </a:xfrm>
            <a:custGeom>
              <a:avLst/>
              <a:gdLst/>
              <a:ahLst/>
              <a:cxnLst/>
              <a:rect l="l" t="t" r="r" b="b"/>
              <a:pathLst>
                <a:path w="19" h="1527" extrusionOk="0">
                  <a:moveTo>
                    <a:pt x="0" y="1"/>
                  </a:moveTo>
                  <a:lnTo>
                    <a:pt x="0" y="1527"/>
                  </a:lnTo>
                  <a:lnTo>
                    <a:pt x="19" y="1508"/>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 name="Google Shape;365;p44"/>
            <p:cNvSpPr/>
            <p:nvPr/>
          </p:nvSpPr>
          <p:spPr>
            <a:xfrm>
              <a:off x="6100500" y="2043500"/>
              <a:ext cx="500" cy="36775"/>
            </a:xfrm>
            <a:custGeom>
              <a:avLst/>
              <a:gdLst/>
              <a:ahLst/>
              <a:cxnLst/>
              <a:rect l="l" t="t" r="r" b="b"/>
              <a:pathLst>
                <a:path w="20" h="1471" extrusionOk="0">
                  <a:moveTo>
                    <a:pt x="1" y="0"/>
                  </a:moveTo>
                  <a:lnTo>
                    <a:pt x="1" y="1470"/>
                  </a:lnTo>
                  <a:lnTo>
                    <a:pt x="20" y="1452"/>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6" name="Google Shape;366;p44"/>
            <p:cNvSpPr/>
            <p:nvPr/>
          </p:nvSpPr>
          <p:spPr>
            <a:xfrm>
              <a:off x="6100975" y="2043950"/>
              <a:ext cx="950" cy="35850"/>
            </a:xfrm>
            <a:custGeom>
              <a:avLst/>
              <a:gdLst/>
              <a:ahLst/>
              <a:cxnLst/>
              <a:rect l="l" t="t" r="r" b="b"/>
              <a:pathLst>
                <a:path w="38" h="1434" extrusionOk="0">
                  <a:moveTo>
                    <a:pt x="1" y="1"/>
                  </a:moveTo>
                  <a:lnTo>
                    <a:pt x="1" y="1434"/>
                  </a:lnTo>
                  <a:lnTo>
                    <a:pt x="38" y="1415"/>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7" name="Google Shape;367;p44"/>
            <p:cNvSpPr/>
            <p:nvPr/>
          </p:nvSpPr>
          <p:spPr>
            <a:xfrm>
              <a:off x="6101900" y="2044425"/>
              <a:ext cx="500" cy="34925"/>
            </a:xfrm>
            <a:custGeom>
              <a:avLst/>
              <a:gdLst/>
              <a:ahLst/>
              <a:cxnLst/>
              <a:rect l="l" t="t" r="r" b="b"/>
              <a:pathLst>
                <a:path w="20" h="1397" extrusionOk="0">
                  <a:moveTo>
                    <a:pt x="1" y="0"/>
                  </a:moveTo>
                  <a:lnTo>
                    <a:pt x="1" y="1396"/>
                  </a:lnTo>
                  <a:lnTo>
                    <a:pt x="19" y="1359"/>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8" name="Google Shape;368;p44"/>
            <p:cNvSpPr/>
            <p:nvPr/>
          </p:nvSpPr>
          <p:spPr>
            <a:xfrm>
              <a:off x="6102375" y="2044875"/>
              <a:ext cx="475" cy="33525"/>
            </a:xfrm>
            <a:custGeom>
              <a:avLst/>
              <a:gdLst/>
              <a:ahLst/>
              <a:cxnLst/>
              <a:rect l="l" t="t" r="r" b="b"/>
              <a:pathLst>
                <a:path w="19" h="1341" extrusionOk="0">
                  <a:moveTo>
                    <a:pt x="0" y="1"/>
                  </a:moveTo>
                  <a:lnTo>
                    <a:pt x="0" y="1341"/>
                  </a:lnTo>
                  <a:lnTo>
                    <a:pt x="19" y="132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9" name="Google Shape;369;p44"/>
            <p:cNvSpPr/>
            <p:nvPr/>
          </p:nvSpPr>
          <p:spPr>
            <a:xfrm>
              <a:off x="6102825" y="2045350"/>
              <a:ext cx="500" cy="32600"/>
            </a:xfrm>
            <a:custGeom>
              <a:avLst/>
              <a:gdLst/>
              <a:ahLst/>
              <a:cxnLst/>
              <a:rect l="l" t="t" r="r" b="b"/>
              <a:pathLst>
                <a:path w="20" h="1304" extrusionOk="0">
                  <a:moveTo>
                    <a:pt x="1" y="0"/>
                  </a:moveTo>
                  <a:lnTo>
                    <a:pt x="1" y="1303"/>
                  </a:lnTo>
                  <a:lnTo>
                    <a:pt x="20" y="1285"/>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0" name="Google Shape;370;p44"/>
            <p:cNvSpPr/>
            <p:nvPr/>
          </p:nvSpPr>
          <p:spPr>
            <a:xfrm>
              <a:off x="6103300" y="2045825"/>
              <a:ext cx="500" cy="31650"/>
            </a:xfrm>
            <a:custGeom>
              <a:avLst/>
              <a:gdLst/>
              <a:ahLst/>
              <a:cxnLst/>
              <a:rect l="l" t="t" r="r" b="b"/>
              <a:pathLst>
                <a:path w="20" h="1266" extrusionOk="0">
                  <a:moveTo>
                    <a:pt x="1" y="0"/>
                  </a:moveTo>
                  <a:lnTo>
                    <a:pt x="1" y="1266"/>
                  </a:lnTo>
                  <a:lnTo>
                    <a:pt x="19" y="1247"/>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1" name="Google Shape;371;p44"/>
            <p:cNvSpPr/>
            <p:nvPr/>
          </p:nvSpPr>
          <p:spPr>
            <a:xfrm>
              <a:off x="6103775" y="2046750"/>
              <a:ext cx="475" cy="30250"/>
            </a:xfrm>
            <a:custGeom>
              <a:avLst/>
              <a:gdLst/>
              <a:ahLst/>
              <a:cxnLst/>
              <a:rect l="l" t="t" r="r" b="b"/>
              <a:pathLst>
                <a:path w="19" h="1210" extrusionOk="0">
                  <a:moveTo>
                    <a:pt x="0" y="0"/>
                  </a:moveTo>
                  <a:lnTo>
                    <a:pt x="0" y="1210"/>
                  </a:lnTo>
                  <a:lnTo>
                    <a:pt x="19" y="1191"/>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2" name="Google Shape;372;p44"/>
            <p:cNvSpPr/>
            <p:nvPr/>
          </p:nvSpPr>
          <p:spPr>
            <a:xfrm>
              <a:off x="6104225" y="2047200"/>
              <a:ext cx="950" cy="29350"/>
            </a:xfrm>
            <a:custGeom>
              <a:avLst/>
              <a:gdLst/>
              <a:ahLst/>
              <a:cxnLst/>
              <a:rect l="l" t="t" r="r" b="b"/>
              <a:pathLst>
                <a:path w="38" h="1174" extrusionOk="0">
                  <a:moveTo>
                    <a:pt x="1" y="1"/>
                  </a:moveTo>
                  <a:lnTo>
                    <a:pt x="1" y="1173"/>
                  </a:lnTo>
                  <a:lnTo>
                    <a:pt x="38" y="1155"/>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3" name="Google Shape;373;p44"/>
            <p:cNvSpPr/>
            <p:nvPr/>
          </p:nvSpPr>
          <p:spPr>
            <a:xfrm>
              <a:off x="6105175" y="2047675"/>
              <a:ext cx="475" cy="28400"/>
            </a:xfrm>
            <a:custGeom>
              <a:avLst/>
              <a:gdLst/>
              <a:ahLst/>
              <a:cxnLst/>
              <a:rect l="l" t="t" r="r" b="b"/>
              <a:pathLst>
                <a:path w="19" h="1136" extrusionOk="0">
                  <a:moveTo>
                    <a:pt x="0" y="1"/>
                  </a:moveTo>
                  <a:lnTo>
                    <a:pt x="0" y="1136"/>
                  </a:lnTo>
                  <a:lnTo>
                    <a:pt x="19" y="1099"/>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4" name="Google Shape;374;p44"/>
            <p:cNvSpPr/>
            <p:nvPr/>
          </p:nvSpPr>
          <p:spPr>
            <a:xfrm>
              <a:off x="6105625" y="2048150"/>
              <a:ext cx="500" cy="27000"/>
            </a:xfrm>
            <a:custGeom>
              <a:avLst/>
              <a:gdLst/>
              <a:ahLst/>
              <a:cxnLst/>
              <a:rect l="l" t="t" r="r" b="b"/>
              <a:pathLst>
                <a:path w="20" h="1080" extrusionOk="0">
                  <a:moveTo>
                    <a:pt x="1" y="0"/>
                  </a:moveTo>
                  <a:lnTo>
                    <a:pt x="1" y="1080"/>
                  </a:lnTo>
                  <a:lnTo>
                    <a:pt x="19" y="1061"/>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5" name="Google Shape;375;p44"/>
            <p:cNvSpPr/>
            <p:nvPr/>
          </p:nvSpPr>
          <p:spPr>
            <a:xfrm>
              <a:off x="6106100" y="2048600"/>
              <a:ext cx="475" cy="26075"/>
            </a:xfrm>
            <a:custGeom>
              <a:avLst/>
              <a:gdLst/>
              <a:ahLst/>
              <a:cxnLst/>
              <a:rect l="l" t="t" r="r" b="b"/>
              <a:pathLst>
                <a:path w="19" h="1043" extrusionOk="0">
                  <a:moveTo>
                    <a:pt x="0" y="1"/>
                  </a:moveTo>
                  <a:lnTo>
                    <a:pt x="0" y="1043"/>
                  </a:lnTo>
                  <a:lnTo>
                    <a:pt x="19" y="1024"/>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6" name="Google Shape;376;p44"/>
            <p:cNvSpPr/>
            <p:nvPr/>
          </p:nvSpPr>
          <p:spPr>
            <a:xfrm>
              <a:off x="6106550" y="2049075"/>
              <a:ext cx="500" cy="25150"/>
            </a:xfrm>
            <a:custGeom>
              <a:avLst/>
              <a:gdLst/>
              <a:ahLst/>
              <a:cxnLst/>
              <a:rect l="l" t="t" r="r" b="b"/>
              <a:pathLst>
                <a:path w="20" h="1006" extrusionOk="0">
                  <a:moveTo>
                    <a:pt x="1" y="0"/>
                  </a:moveTo>
                  <a:lnTo>
                    <a:pt x="1" y="1005"/>
                  </a:lnTo>
                  <a:lnTo>
                    <a:pt x="19" y="987"/>
                  </a:lnTo>
                  <a:lnTo>
                    <a:pt x="19" y="38"/>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 name="Google Shape;377;p44"/>
            <p:cNvSpPr/>
            <p:nvPr/>
          </p:nvSpPr>
          <p:spPr>
            <a:xfrm>
              <a:off x="6107025" y="2050000"/>
              <a:ext cx="500" cy="23750"/>
            </a:xfrm>
            <a:custGeom>
              <a:avLst/>
              <a:gdLst/>
              <a:ahLst/>
              <a:cxnLst/>
              <a:rect l="l" t="t" r="r" b="b"/>
              <a:pathLst>
                <a:path w="20" h="950" extrusionOk="0">
                  <a:moveTo>
                    <a:pt x="0" y="1"/>
                  </a:moveTo>
                  <a:lnTo>
                    <a:pt x="0" y="950"/>
                  </a:lnTo>
                  <a:lnTo>
                    <a:pt x="19" y="931"/>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8" name="Google Shape;378;p44"/>
            <p:cNvSpPr/>
            <p:nvPr/>
          </p:nvSpPr>
          <p:spPr>
            <a:xfrm>
              <a:off x="6107500" y="2050475"/>
              <a:ext cx="950" cy="22825"/>
            </a:xfrm>
            <a:custGeom>
              <a:avLst/>
              <a:gdLst/>
              <a:ahLst/>
              <a:cxnLst/>
              <a:rect l="l" t="t" r="r" b="b"/>
              <a:pathLst>
                <a:path w="38" h="913" extrusionOk="0">
                  <a:moveTo>
                    <a:pt x="0" y="0"/>
                  </a:moveTo>
                  <a:lnTo>
                    <a:pt x="0" y="912"/>
                  </a:lnTo>
                  <a:lnTo>
                    <a:pt x="37" y="893"/>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 name="Google Shape;379;p44"/>
            <p:cNvSpPr/>
            <p:nvPr/>
          </p:nvSpPr>
          <p:spPr>
            <a:xfrm>
              <a:off x="6108425" y="2050925"/>
              <a:ext cx="475" cy="21900"/>
            </a:xfrm>
            <a:custGeom>
              <a:avLst/>
              <a:gdLst/>
              <a:ahLst/>
              <a:cxnLst/>
              <a:rect l="l" t="t" r="r" b="b"/>
              <a:pathLst>
                <a:path w="19" h="876" extrusionOk="0">
                  <a:moveTo>
                    <a:pt x="0" y="1"/>
                  </a:moveTo>
                  <a:lnTo>
                    <a:pt x="0" y="875"/>
                  </a:lnTo>
                  <a:lnTo>
                    <a:pt x="19" y="838"/>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0" name="Google Shape;380;p44"/>
            <p:cNvSpPr/>
            <p:nvPr/>
          </p:nvSpPr>
          <p:spPr>
            <a:xfrm>
              <a:off x="6108875" y="2051400"/>
              <a:ext cx="500" cy="20500"/>
            </a:xfrm>
            <a:custGeom>
              <a:avLst/>
              <a:gdLst/>
              <a:ahLst/>
              <a:cxnLst/>
              <a:rect l="l" t="t" r="r" b="b"/>
              <a:pathLst>
                <a:path w="20" h="820" extrusionOk="0">
                  <a:moveTo>
                    <a:pt x="1" y="0"/>
                  </a:moveTo>
                  <a:lnTo>
                    <a:pt x="1" y="819"/>
                  </a:lnTo>
                  <a:lnTo>
                    <a:pt x="20" y="80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1" name="Google Shape;381;p44"/>
            <p:cNvSpPr/>
            <p:nvPr/>
          </p:nvSpPr>
          <p:spPr>
            <a:xfrm>
              <a:off x="6109350" y="2051875"/>
              <a:ext cx="500" cy="19550"/>
            </a:xfrm>
            <a:custGeom>
              <a:avLst/>
              <a:gdLst/>
              <a:ahLst/>
              <a:cxnLst/>
              <a:rect l="l" t="t" r="r" b="b"/>
              <a:pathLst>
                <a:path w="20" h="782" extrusionOk="0">
                  <a:moveTo>
                    <a:pt x="1" y="0"/>
                  </a:moveTo>
                  <a:lnTo>
                    <a:pt x="1" y="782"/>
                  </a:lnTo>
                  <a:lnTo>
                    <a:pt x="19" y="76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2" name="Google Shape;382;p44"/>
            <p:cNvSpPr/>
            <p:nvPr/>
          </p:nvSpPr>
          <p:spPr>
            <a:xfrm>
              <a:off x="6109825" y="2052325"/>
              <a:ext cx="475" cy="18650"/>
            </a:xfrm>
            <a:custGeom>
              <a:avLst/>
              <a:gdLst/>
              <a:ahLst/>
              <a:cxnLst/>
              <a:rect l="l" t="t" r="r" b="b"/>
              <a:pathLst>
                <a:path w="19" h="746" extrusionOk="0">
                  <a:moveTo>
                    <a:pt x="0" y="1"/>
                  </a:moveTo>
                  <a:lnTo>
                    <a:pt x="0" y="745"/>
                  </a:lnTo>
                  <a:lnTo>
                    <a:pt x="19" y="72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3" name="Google Shape;383;p44"/>
            <p:cNvSpPr/>
            <p:nvPr/>
          </p:nvSpPr>
          <p:spPr>
            <a:xfrm>
              <a:off x="6110275" y="2053250"/>
              <a:ext cx="500" cy="17250"/>
            </a:xfrm>
            <a:custGeom>
              <a:avLst/>
              <a:gdLst/>
              <a:ahLst/>
              <a:cxnLst/>
              <a:rect l="l" t="t" r="r" b="b"/>
              <a:pathLst>
                <a:path w="20" h="690" extrusionOk="0">
                  <a:moveTo>
                    <a:pt x="1" y="1"/>
                  </a:moveTo>
                  <a:lnTo>
                    <a:pt x="1" y="689"/>
                  </a:lnTo>
                  <a:lnTo>
                    <a:pt x="19" y="67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4" name="Google Shape;384;p44"/>
            <p:cNvSpPr/>
            <p:nvPr/>
          </p:nvSpPr>
          <p:spPr>
            <a:xfrm>
              <a:off x="6110750" y="2053725"/>
              <a:ext cx="950" cy="16300"/>
            </a:xfrm>
            <a:custGeom>
              <a:avLst/>
              <a:gdLst/>
              <a:ahLst/>
              <a:cxnLst/>
              <a:rect l="l" t="t" r="r" b="b"/>
              <a:pathLst>
                <a:path w="38" h="652" extrusionOk="0">
                  <a:moveTo>
                    <a:pt x="0" y="0"/>
                  </a:moveTo>
                  <a:lnTo>
                    <a:pt x="0" y="652"/>
                  </a:lnTo>
                  <a:lnTo>
                    <a:pt x="38" y="633"/>
                  </a:lnTo>
                  <a:lnTo>
                    <a:pt x="38"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5" name="Google Shape;385;p44"/>
            <p:cNvSpPr/>
            <p:nvPr/>
          </p:nvSpPr>
          <p:spPr>
            <a:xfrm>
              <a:off x="6111675" y="2054200"/>
              <a:ext cx="500" cy="15375"/>
            </a:xfrm>
            <a:custGeom>
              <a:avLst/>
              <a:gdLst/>
              <a:ahLst/>
              <a:cxnLst/>
              <a:rect l="l" t="t" r="r" b="b"/>
              <a:pathLst>
                <a:path w="20" h="615" extrusionOk="0">
                  <a:moveTo>
                    <a:pt x="1" y="0"/>
                  </a:moveTo>
                  <a:lnTo>
                    <a:pt x="1" y="614"/>
                  </a:lnTo>
                  <a:lnTo>
                    <a:pt x="19" y="57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6" name="Google Shape;386;p44"/>
            <p:cNvSpPr/>
            <p:nvPr/>
          </p:nvSpPr>
          <p:spPr>
            <a:xfrm>
              <a:off x="6112150" y="2054650"/>
              <a:ext cx="475" cy="13975"/>
            </a:xfrm>
            <a:custGeom>
              <a:avLst/>
              <a:gdLst/>
              <a:ahLst/>
              <a:cxnLst/>
              <a:rect l="l" t="t" r="r" b="b"/>
              <a:pathLst>
                <a:path w="19" h="559" extrusionOk="0">
                  <a:moveTo>
                    <a:pt x="0" y="1"/>
                  </a:moveTo>
                  <a:lnTo>
                    <a:pt x="0" y="559"/>
                  </a:lnTo>
                  <a:lnTo>
                    <a:pt x="19" y="54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7" name="Google Shape;387;p44"/>
            <p:cNvSpPr/>
            <p:nvPr/>
          </p:nvSpPr>
          <p:spPr>
            <a:xfrm>
              <a:off x="6112600" y="2055125"/>
              <a:ext cx="500" cy="13050"/>
            </a:xfrm>
            <a:custGeom>
              <a:avLst/>
              <a:gdLst/>
              <a:ahLst/>
              <a:cxnLst/>
              <a:rect l="l" t="t" r="r" b="b"/>
              <a:pathLst>
                <a:path w="20" h="522" extrusionOk="0">
                  <a:moveTo>
                    <a:pt x="1" y="0"/>
                  </a:moveTo>
                  <a:lnTo>
                    <a:pt x="1" y="521"/>
                  </a:lnTo>
                  <a:lnTo>
                    <a:pt x="19" y="5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8" name="Google Shape;388;p44"/>
            <p:cNvSpPr/>
            <p:nvPr/>
          </p:nvSpPr>
          <p:spPr>
            <a:xfrm>
              <a:off x="6113075" y="2055575"/>
              <a:ext cx="475" cy="12125"/>
            </a:xfrm>
            <a:custGeom>
              <a:avLst/>
              <a:gdLst/>
              <a:ahLst/>
              <a:cxnLst/>
              <a:rect l="l" t="t" r="r" b="b"/>
              <a:pathLst>
                <a:path w="19" h="485" extrusionOk="0">
                  <a:moveTo>
                    <a:pt x="0" y="1"/>
                  </a:moveTo>
                  <a:lnTo>
                    <a:pt x="0" y="485"/>
                  </a:lnTo>
                  <a:lnTo>
                    <a:pt x="19" y="46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9" name="Google Shape;389;p44"/>
            <p:cNvSpPr/>
            <p:nvPr/>
          </p:nvSpPr>
          <p:spPr>
            <a:xfrm>
              <a:off x="6113550" y="2056525"/>
              <a:ext cx="475" cy="10725"/>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0" name="Google Shape;390;p44"/>
            <p:cNvSpPr/>
            <p:nvPr/>
          </p:nvSpPr>
          <p:spPr>
            <a:xfrm>
              <a:off x="6114000" y="2056975"/>
              <a:ext cx="950" cy="9800"/>
            </a:xfrm>
            <a:custGeom>
              <a:avLst/>
              <a:gdLst/>
              <a:ahLst/>
              <a:cxnLst/>
              <a:rect l="l" t="t" r="r" b="b"/>
              <a:pathLst>
                <a:path w="38" h="392" extrusionOk="0">
                  <a:moveTo>
                    <a:pt x="1" y="1"/>
                  </a:moveTo>
                  <a:lnTo>
                    <a:pt x="1" y="392"/>
                  </a:lnTo>
                  <a:lnTo>
                    <a:pt x="38" y="373"/>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1" name="Google Shape;391;p44"/>
            <p:cNvSpPr/>
            <p:nvPr/>
          </p:nvSpPr>
          <p:spPr>
            <a:xfrm>
              <a:off x="6114925" y="2057450"/>
              <a:ext cx="500" cy="8850"/>
            </a:xfrm>
            <a:custGeom>
              <a:avLst/>
              <a:gdLst/>
              <a:ahLst/>
              <a:cxnLst/>
              <a:rect l="l" t="t" r="r" b="b"/>
              <a:pathLst>
                <a:path w="20" h="354" extrusionOk="0">
                  <a:moveTo>
                    <a:pt x="1" y="0"/>
                  </a:moveTo>
                  <a:lnTo>
                    <a:pt x="1" y="354"/>
                  </a:lnTo>
                  <a:lnTo>
                    <a:pt x="19" y="31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2" name="Google Shape;392;p44"/>
            <p:cNvSpPr/>
            <p:nvPr/>
          </p:nvSpPr>
          <p:spPr>
            <a:xfrm>
              <a:off x="6115400" y="2057900"/>
              <a:ext cx="500" cy="7475"/>
            </a:xfrm>
            <a:custGeom>
              <a:avLst/>
              <a:gdLst/>
              <a:ahLst/>
              <a:cxnLst/>
              <a:rect l="l" t="t" r="r" b="b"/>
              <a:pathLst>
                <a:path w="20" h="299" extrusionOk="0">
                  <a:moveTo>
                    <a:pt x="0" y="1"/>
                  </a:moveTo>
                  <a:lnTo>
                    <a:pt x="0" y="299"/>
                  </a:lnTo>
                  <a:lnTo>
                    <a:pt x="19" y="28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3" name="Google Shape;393;p44"/>
            <p:cNvSpPr/>
            <p:nvPr/>
          </p:nvSpPr>
          <p:spPr>
            <a:xfrm>
              <a:off x="6115875" y="2058375"/>
              <a:ext cx="475" cy="6550"/>
            </a:xfrm>
            <a:custGeom>
              <a:avLst/>
              <a:gdLst/>
              <a:ahLst/>
              <a:cxnLst/>
              <a:rect l="l" t="t" r="r" b="b"/>
              <a:pathLst>
                <a:path w="19" h="262" extrusionOk="0">
                  <a:moveTo>
                    <a:pt x="0" y="1"/>
                  </a:moveTo>
                  <a:lnTo>
                    <a:pt x="0" y="261"/>
                  </a:lnTo>
                  <a:lnTo>
                    <a:pt x="19" y="24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 name="Google Shape;394;p44"/>
            <p:cNvSpPr/>
            <p:nvPr/>
          </p:nvSpPr>
          <p:spPr>
            <a:xfrm>
              <a:off x="6116325" y="2058850"/>
              <a:ext cx="500" cy="5600"/>
            </a:xfrm>
            <a:custGeom>
              <a:avLst/>
              <a:gdLst/>
              <a:ahLst/>
              <a:cxnLst/>
              <a:rect l="l" t="t" r="r" b="b"/>
              <a:pathLst>
                <a:path w="20" h="224" extrusionOk="0">
                  <a:moveTo>
                    <a:pt x="1" y="0"/>
                  </a:moveTo>
                  <a:lnTo>
                    <a:pt x="1" y="223"/>
                  </a:lnTo>
                  <a:lnTo>
                    <a:pt x="19" y="205"/>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 name="Google Shape;395;p44"/>
            <p:cNvSpPr/>
            <p:nvPr/>
          </p:nvSpPr>
          <p:spPr>
            <a:xfrm>
              <a:off x="6116800" y="2059775"/>
              <a:ext cx="475" cy="4200"/>
            </a:xfrm>
            <a:custGeom>
              <a:avLst/>
              <a:gdLst/>
              <a:ahLst/>
              <a:cxnLst/>
              <a:rect l="l" t="t" r="r" b="b"/>
              <a:pathLst>
                <a:path w="19" h="168" extrusionOk="0">
                  <a:moveTo>
                    <a:pt x="0" y="0"/>
                  </a:moveTo>
                  <a:lnTo>
                    <a:pt x="0" y="168"/>
                  </a:lnTo>
                  <a:lnTo>
                    <a:pt x="19" y="149"/>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6" name="Google Shape;396;p44"/>
            <p:cNvSpPr/>
            <p:nvPr/>
          </p:nvSpPr>
          <p:spPr>
            <a:xfrm>
              <a:off x="6117250" y="2060225"/>
              <a:ext cx="975" cy="3300"/>
            </a:xfrm>
            <a:custGeom>
              <a:avLst/>
              <a:gdLst/>
              <a:ahLst/>
              <a:cxnLst/>
              <a:rect l="l" t="t" r="r" b="b"/>
              <a:pathLst>
                <a:path w="39" h="132" extrusionOk="0">
                  <a:moveTo>
                    <a:pt x="1" y="1"/>
                  </a:moveTo>
                  <a:lnTo>
                    <a:pt x="1" y="131"/>
                  </a:lnTo>
                  <a:lnTo>
                    <a:pt x="38" y="113"/>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7" name="Google Shape;397;p44"/>
            <p:cNvSpPr/>
            <p:nvPr/>
          </p:nvSpPr>
          <p:spPr>
            <a:xfrm>
              <a:off x="6118200" y="2060700"/>
              <a:ext cx="475" cy="2350"/>
            </a:xfrm>
            <a:custGeom>
              <a:avLst/>
              <a:gdLst/>
              <a:ahLst/>
              <a:cxnLst/>
              <a:rect l="l" t="t" r="r" b="b"/>
              <a:pathLst>
                <a:path w="19" h="94" extrusionOk="0">
                  <a:moveTo>
                    <a:pt x="0" y="1"/>
                  </a:moveTo>
                  <a:lnTo>
                    <a:pt x="0" y="94"/>
                  </a:lnTo>
                  <a:lnTo>
                    <a:pt x="19" y="5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8" name="Google Shape;398;p44"/>
            <p:cNvSpPr/>
            <p:nvPr/>
          </p:nvSpPr>
          <p:spPr>
            <a:xfrm>
              <a:off x="6118650" y="2061175"/>
              <a:ext cx="500" cy="950"/>
            </a:xfrm>
            <a:custGeom>
              <a:avLst/>
              <a:gdLst/>
              <a:ahLst/>
              <a:cxnLst/>
              <a:rect l="l" t="t" r="r" b="b"/>
              <a:pathLst>
                <a:path w="20" h="38" extrusionOk="0">
                  <a:moveTo>
                    <a:pt x="1" y="0"/>
                  </a:moveTo>
                  <a:lnTo>
                    <a:pt x="1" y="3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 name="Google Shape;399;p44"/>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00" name="Google Shape;400;p44"/>
          <p:cNvSpPr txBox="1">
            <a:spLocks noGrp="1"/>
          </p:cNvSpPr>
          <p:nvPr>
            <p:ph type="title" idx="13"/>
          </p:nvPr>
        </p:nvSpPr>
        <p:spPr>
          <a:xfrm>
            <a:off x="5045351" y="3272625"/>
            <a:ext cx="2574300" cy="52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1800">
                <a:latin typeface="Space Grotesk Medium"/>
                <a:ea typeface="Space Grotesk Medium"/>
                <a:cs typeface="Space Grotesk Medium"/>
                <a:sym typeface="Space Grotesk Medium"/>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01" name="Google Shape;401;p44"/>
          <p:cNvSpPr txBox="1">
            <a:spLocks noGrp="1"/>
          </p:cNvSpPr>
          <p:nvPr>
            <p:ph type="subTitle" idx="14"/>
          </p:nvPr>
        </p:nvSpPr>
        <p:spPr>
          <a:xfrm>
            <a:off x="5045342" y="3709900"/>
            <a:ext cx="25743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2" name="Google Shape;402;p44"/>
          <p:cNvSpPr txBox="1">
            <a:spLocks noGrp="1"/>
          </p:cNvSpPr>
          <p:nvPr>
            <p:ph type="title" idx="15"/>
          </p:nvPr>
        </p:nvSpPr>
        <p:spPr>
          <a:xfrm>
            <a:off x="713225" y="539500"/>
            <a:ext cx="76803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300"/>
              <a:buNone/>
              <a:defRPr/>
            </a:lvl1pPr>
            <a:lvl2pPr lvl="1" algn="l">
              <a:lnSpc>
                <a:spcPct val="100000"/>
              </a:lnSpc>
              <a:spcBef>
                <a:spcPts val="0"/>
              </a:spcBef>
              <a:spcAft>
                <a:spcPts val="0"/>
              </a:spcAft>
              <a:buSzPts val="3300"/>
              <a:buNone/>
              <a:defRPr/>
            </a:lvl2pPr>
            <a:lvl3pPr lvl="2" algn="l">
              <a:lnSpc>
                <a:spcPct val="100000"/>
              </a:lnSpc>
              <a:spcBef>
                <a:spcPts val="0"/>
              </a:spcBef>
              <a:spcAft>
                <a:spcPts val="0"/>
              </a:spcAft>
              <a:buSzPts val="3300"/>
              <a:buNone/>
              <a:defRPr/>
            </a:lvl3pPr>
            <a:lvl4pPr lvl="3" algn="l">
              <a:lnSpc>
                <a:spcPct val="100000"/>
              </a:lnSpc>
              <a:spcBef>
                <a:spcPts val="0"/>
              </a:spcBef>
              <a:spcAft>
                <a:spcPts val="0"/>
              </a:spcAft>
              <a:buSzPts val="3300"/>
              <a:buNone/>
              <a:defRPr/>
            </a:lvl4pPr>
            <a:lvl5pPr lvl="4" algn="l">
              <a:lnSpc>
                <a:spcPct val="100000"/>
              </a:lnSpc>
              <a:spcBef>
                <a:spcPts val="0"/>
              </a:spcBef>
              <a:spcAft>
                <a:spcPts val="0"/>
              </a:spcAft>
              <a:buSzPts val="3300"/>
              <a:buNone/>
              <a:defRPr/>
            </a:lvl5pPr>
            <a:lvl6pPr lvl="5" algn="l">
              <a:lnSpc>
                <a:spcPct val="100000"/>
              </a:lnSpc>
              <a:spcBef>
                <a:spcPts val="0"/>
              </a:spcBef>
              <a:spcAft>
                <a:spcPts val="0"/>
              </a:spcAft>
              <a:buSzPts val="3300"/>
              <a:buNone/>
              <a:defRPr/>
            </a:lvl6pPr>
            <a:lvl7pPr lvl="6" algn="l">
              <a:lnSpc>
                <a:spcPct val="100000"/>
              </a:lnSpc>
              <a:spcBef>
                <a:spcPts val="0"/>
              </a:spcBef>
              <a:spcAft>
                <a:spcPts val="0"/>
              </a:spcAft>
              <a:buSzPts val="3300"/>
              <a:buNone/>
              <a:defRPr/>
            </a:lvl7pPr>
            <a:lvl8pPr lvl="7" algn="l">
              <a:lnSpc>
                <a:spcPct val="100000"/>
              </a:lnSpc>
              <a:spcBef>
                <a:spcPts val="0"/>
              </a:spcBef>
              <a:spcAft>
                <a:spcPts val="0"/>
              </a:spcAft>
              <a:buSzPts val="3300"/>
              <a:buNone/>
              <a:defRPr/>
            </a:lvl8pPr>
            <a:lvl9pPr lvl="8" algn="l">
              <a:lnSpc>
                <a:spcPct val="100000"/>
              </a:lnSpc>
              <a:spcBef>
                <a:spcPts val="0"/>
              </a:spcBef>
              <a:spcAft>
                <a:spcPts val="0"/>
              </a:spcAft>
              <a:buSzPts val="33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42"/>
        <p:cNvGrpSpPr/>
        <p:nvPr/>
      </p:nvGrpSpPr>
      <p:grpSpPr>
        <a:xfrm>
          <a:off x="0" y="0"/>
          <a:ext cx="0" cy="0"/>
          <a:chOff x="0" y="0"/>
          <a:chExt cx="0" cy="0"/>
        </a:xfrm>
      </p:grpSpPr>
      <p:sp>
        <p:nvSpPr>
          <p:cNvPr id="443" name="Google Shape;443;p46"/>
          <p:cNvSpPr txBox="1">
            <a:spLocks noGrp="1"/>
          </p:cNvSpPr>
          <p:nvPr>
            <p:ph type="title"/>
          </p:nvPr>
        </p:nvSpPr>
        <p:spPr>
          <a:xfrm>
            <a:off x="5449425" y="1593575"/>
            <a:ext cx="2998800" cy="14025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44" name="Google Shape;444;p46"/>
          <p:cNvSpPr txBox="1">
            <a:spLocks noGrp="1"/>
          </p:cNvSpPr>
          <p:nvPr>
            <p:ph type="subTitle" idx="1"/>
          </p:nvPr>
        </p:nvSpPr>
        <p:spPr>
          <a:xfrm>
            <a:off x="5449425" y="3203575"/>
            <a:ext cx="2998800" cy="604200"/>
          </a:xfrm>
          <a:prstGeom prst="rect">
            <a:avLst/>
          </a:prstGeom>
          <a:solidFill>
            <a:srgbClr val="00FFFF"/>
          </a:solid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100"/>
              <a:buNone/>
              <a:defRPr sz="1600" b="1">
                <a:solidFill>
                  <a:schemeClr val="dk1"/>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45" name="Google Shape;445;p46"/>
          <p:cNvSpPr txBox="1">
            <a:spLocks noGrp="1"/>
          </p:cNvSpPr>
          <p:nvPr>
            <p:ph type="title" idx="2"/>
          </p:nvPr>
        </p:nvSpPr>
        <p:spPr>
          <a:xfrm>
            <a:off x="3377825" y="1593575"/>
            <a:ext cx="2015700" cy="14025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12000"/>
              <a:buNone/>
              <a:defRPr sz="12000" b="1"/>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endParaRPr/>
          </a:p>
        </p:txBody>
      </p:sp>
      <p:grpSp>
        <p:nvGrpSpPr>
          <p:cNvPr id="446" name="Google Shape;446;p46"/>
          <p:cNvGrpSpPr/>
          <p:nvPr/>
        </p:nvGrpSpPr>
        <p:grpSpPr>
          <a:xfrm rot="10800000" flipH="1">
            <a:off x="-1432565" y="-125795"/>
            <a:ext cx="4015313" cy="3884503"/>
            <a:chOff x="5440750" y="1669400"/>
            <a:chExt cx="971525" cy="939875"/>
          </a:xfrm>
        </p:grpSpPr>
        <p:sp>
          <p:nvSpPr>
            <p:cNvPr id="447" name="Google Shape;447;p46"/>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8" name="Google Shape;448;p46"/>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9" name="Google Shape;449;p46"/>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0" name="Google Shape;450;p46"/>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 name="Google Shape;451;p46"/>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2" name="Google Shape;452;p46"/>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3" name="Google Shape;453;p46"/>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4" name="Google Shape;454;p46"/>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5" name="Google Shape;455;p46"/>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6" name="Google Shape;456;p46"/>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7" name="Google Shape;457;p46"/>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8" name="Google Shape;458;p46"/>
            <p:cNvSpPr/>
            <p:nvPr/>
          </p:nvSpPr>
          <p:spPr>
            <a:xfrm>
              <a:off x="6060950" y="2061175"/>
              <a:ext cx="500" cy="950"/>
            </a:xfrm>
            <a:custGeom>
              <a:avLst/>
              <a:gdLst/>
              <a:ahLst/>
              <a:cxnLst/>
              <a:rect l="l" t="t" r="r" b="b"/>
              <a:pathLst>
                <a:path w="20" h="38" extrusionOk="0">
                  <a:moveTo>
                    <a:pt x="20" y="0"/>
                  </a:moveTo>
                  <a:lnTo>
                    <a:pt x="1" y="19"/>
                  </a:lnTo>
                  <a:lnTo>
                    <a:pt x="20" y="3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9" name="Google Shape;459;p46"/>
            <p:cNvSpPr/>
            <p:nvPr/>
          </p:nvSpPr>
          <p:spPr>
            <a:xfrm>
              <a:off x="6061425" y="2060700"/>
              <a:ext cx="500" cy="2350"/>
            </a:xfrm>
            <a:custGeom>
              <a:avLst/>
              <a:gdLst/>
              <a:ahLst/>
              <a:cxnLst/>
              <a:rect l="l" t="t" r="r" b="b"/>
              <a:pathLst>
                <a:path w="20" h="94" extrusionOk="0">
                  <a:moveTo>
                    <a:pt x="19" y="1"/>
                  </a:moveTo>
                  <a:lnTo>
                    <a:pt x="1" y="19"/>
                  </a:lnTo>
                  <a:lnTo>
                    <a:pt x="1" y="56"/>
                  </a:lnTo>
                  <a:lnTo>
                    <a:pt x="19" y="94"/>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0" name="Google Shape;460;p46"/>
            <p:cNvSpPr/>
            <p:nvPr/>
          </p:nvSpPr>
          <p:spPr>
            <a:xfrm>
              <a:off x="6061900" y="2060225"/>
              <a:ext cx="950" cy="3300"/>
            </a:xfrm>
            <a:custGeom>
              <a:avLst/>
              <a:gdLst/>
              <a:ahLst/>
              <a:cxnLst/>
              <a:rect l="l" t="t" r="r" b="b"/>
              <a:pathLst>
                <a:path w="38" h="132" extrusionOk="0">
                  <a:moveTo>
                    <a:pt x="37" y="1"/>
                  </a:moveTo>
                  <a:lnTo>
                    <a:pt x="0" y="20"/>
                  </a:lnTo>
                  <a:lnTo>
                    <a:pt x="0" y="113"/>
                  </a:lnTo>
                  <a:lnTo>
                    <a:pt x="37" y="131"/>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1" name="Google Shape;461;p46"/>
            <p:cNvSpPr/>
            <p:nvPr/>
          </p:nvSpPr>
          <p:spPr>
            <a:xfrm>
              <a:off x="6062825" y="2059775"/>
              <a:ext cx="500" cy="4200"/>
            </a:xfrm>
            <a:custGeom>
              <a:avLst/>
              <a:gdLst/>
              <a:ahLst/>
              <a:cxnLst/>
              <a:rect l="l" t="t" r="r" b="b"/>
              <a:pathLst>
                <a:path w="20" h="168" extrusionOk="0">
                  <a:moveTo>
                    <a:pt x="19" y="0"/>
                  </a:moveTo>
                  <a:lnTo>
                    <a:pt x="0" y="19"/>
                  </a:lnTo>
                  <a:lnTo>
                    <a:pt x="0" y="149"/>
                  </a:lnTo>
                  <a:lnTo>
                    <a:pt x="19" y="16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2" name="Google Shape;462;p46"/>
            <p:cNvSpPr/>
            <p:nvPr/>
          </p:nvSpPr>
          <p:spPr>
            <a:xfrm>
              <a:off x="6063300" y="2058850"/>
              <a:ext cx="475" cy="5600"/>
            </a:xfrm>
            <a:custGeom>
              <a:avLst/>
              <a:gdLst/>
              <a:ahLst/>
              <a:cxnLst/>
              <a:rect l="l" t="t" r="r" b="b"/>
              <a:pathLst>
                <a:path w="19" h="224" extrusionOk="0">
                  <a:moveTo>
                    <a:pt x="19" y="0"/>
                  </a:moveTo>
                  <a:lnTo>
                    <a:pt x="0" y="37"/>
                  </a:lnTo>
                  <a:lnTo>
                    <a:pt x="0" y="205"/>
                  </a:lnTo>
                  <a:lnTo>
                    <a:pt x="19" y="22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3" name="Google Shape;463;p46"/>
            <p:cNvSpPr/>
            <p:nvPr/>
          </p:nvSpPr>
          <p:spPr>
            <a:xfrm>
              <a:off x="6063750" y="2058375"/>
              <a:ext cx="500" cy="6550"/>
            </a:xfrm>
            <a:custGeom>
              <a:avLst/>
              <a:gdLst/>
              <a:ahLst/>
              <a:cxnLst/>
              <a:rect l="l" t="t" r="r" b="b"/>
              <a:pathLst>
                <a:path w="20" h="262" extrusionOk="0">
                  <a:moveTo>
                    <a:pt x="19" y="1"/>
                  </a:moveTo>
                  <a:lnTo>
                    <a:pt x="1" y="19"/>
                  </a:lnTo>
                  <a:lnTo>
                    <a:pt x="1" y="242"/>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4" name="Google Shape;464;p46"/>
            <p:cNvSpPr/>
            <p:nvPr/>
          </p:nvSpPr>
          <p:spPr>
            <a:xfrm>
              <a:off x="6064225" y="2057900"/>
              <a:ext cx="475" cy="7475"/>
            </a:xfrm>
            <a:custGeom>
              <a:avLst/>
              <a:gdLst/>
              <a:ahLst/>
              <a:cxnLst/>
              <a:rect l="l" t="t" r="r" b="b"/>
              <a:pathLst>
                <a:path w="19" h="299" extrusionOk="0">
                  <a:moveTo>
                    <a:pt x="19" y="1"/>
                  </a:moveTo>
                  <a:lnTo>
                    <a:pt x="0" y="20"/>
                  </a:lnTo>
                  <a:lnTo>
                    <a:pt x="0" y="280"/>
                  </a:lnTo>
                  <a:lnTo>
                    <a:pt x="19" y="29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5" name="Google Shape;465;p46"/>
            <p:cNvSpPr/>
            <p:nvPr/>
          </p:nvSpPr>
          <p:spPr>
            <a:xfrm>
              <a:off x="6064675" y="2057450"/>
              <a:ext cx="500" cy="8850"/>
            </a:xfrm>
            <a:custGeom>
              <a:avLst/>
              <a:gdLst/>
              <a:ahLst/>
              <a:cxnLst/>
              <a:rect l="l" t="t" r="r" b="b"/>
              <a:pathLst>
                <a:path w="20" h="354" extrusionOk="0">
                  <a:moveTo>
                    <a:pt x="19" y="0"/>
                  </a:moveTo>
                  <a:lnTo>
                    <a:pt x="1" y="19"/>
                  </a:lnTo>
                  <a:lnTo>
                    <a:pt x="1" y="317"/>
                  </a:lnTo>
                  <a:lnTo>
                    <a:pt x="19" y="35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Google Shape;466;p46"/>
            <p:cNvSpPr/>
            <p:nvPr/>
          </p:nvSpPr>
          <p:spPr>
            <a:xfrm>
              <a:off x="6065150" y="2056975"/>
              <a:ext cx="950" cy="9800"/>
            </a:xfrm>
            <a:custGeom>
              <a:avLst/>
              <a:gdLst/>
              <a:ahLst/>
              <a:cxnLst/>
              <a:rect l="l" t="t" r="r" b="b"/>
              <a:pathLst>
                <a:path w="38" h="392" extrusionOk="0">
                  <a:moveTo>
                    <a:pt x="38" y="1"/>
                  </a:moveTo>
                  <a:lnTo>
                    <a:pt x="0" y="19"/>
                  </a:lnTo>
                  <a:lnTo>
                    <a:pt x="0" y="373"/>
                  </a:lnTo>
                  <a:lnTo>
                    <a:pt x="38" y="392"/>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7" name="Google Shape;467;p46"/>
            <p:cNvSpPr/>
            <p:nvPr/>
          </p:nvSpPr>
          <p:spPr>
            <a:xfrm>
              <a:off x="6066075" y="2056525"/>
              <a:ext cx="500" cy="10725"/>
            </a:xfrm>
            <a:custGeom>
              <a:avLst/>
              <a:gdLst/>
              <a:ahLst/>
              <a:cxnLst/>
              <a:rect l="l" t="t" r="r" b="b"/>
              <a:pathLst>
                <a:path w="20" h="429" extrusionOk="0">
                  <a:moveTo>
                    <a:pt x="19" y="0"/>
                  </a:moveTo>
                  <a:lnTo>
                    <a:pt x="1" y="19"/>
                  </a:lnTo>
                  <a:lnTo>
                    <a:pt x="1"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8" name="Google Shape;468;p46"/>
            <p:cNvSpPr/>
            <p:nvPr/>
          </p:nvSpPr>
          <p:spPr>
            <a:xfrm>
              <a:off x="6066550" y="2055575"/>
              <a:ext cx="475" cy="12125"/>
            </a:xfrm>
            <a:custGeom>
              <a:avLst/>
              <a:gdLst/>
              <a:ahLst/>
              <a:cxnLst/>
              <a:rect l="l" t="t" r="r" b="b"/>
              <a:pathLst>
                <a:path w="19" h="485" extrusionOk="0">
                  <a:moveTo>
                    <a:pt x="19" y="1"/>
                  </a:moveTo>
                  <a:lnTo>
                    <a:pt x="0" y="38"/>
                  </a:lnTo>
                  <a:lnTo>
                    <a:pt x="0" y="466"/>
                  </a:lnTo>
                  <a:lnTo>
                    <a:pt x="19" y="4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9" name="Google Shape;469;p46"/>
            <p:cNvSpPr/>
            <p:nvPr/>
          </p:nvSpPr>
          <p:spPr>
            <a:xfrm>
              <a:off x="6067000" y="2055125"/>
              <a:ext cx="500" cy="13050"/>
            </a:xfrm>
            <a:custGeom>
              <a:avLst/>
              <a:gdLst/>
              <a:ahLst/>
              <a:cxnLst/>
              <a:rect l="l" t="t" r="r" b="b"/>
              <a:pathLst>
                <a:path w="20" h="522" extrusionOk="0">
                  <a:moveTo>
                    <a:pt x="20" y="0"/>
                  </a:moveTo>
                  <a:lnTo>
                    <a:pt x="1" y="19"/>
                  </a:lnTo>
                  <a:lnTo>
                    <a:pt x="1" y="503"/>
                  </a:lnTo>
                  <a:lnTo>
                    <a:pt x="20" y="52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0" name="Google Shape;470;p46"/>
            <p:cNvSpPr/>
            <p:nvPr/>
          </p:nvSpPr>
          <p:spPr>
            <a:xfrm>
              <a:off x="6067475" y="2054650"/>
              <a:ext cx="500" cy="13975"/>
            </a:xfrm>
            <a:custGeom>
              <a:avLst/>
              <a:gdLst/>
              <a:ahLst/>
              <a:cxnLst/>
              <a:rect l="l" t="t" r="r" b="b"/>
              <a:pathLst>
                <a:path w="20" h="559" extrusionOk="0">
                  <a:moveTo>
                    <a:pt x="19" y="1"/>
                  </a:moveTo>
                  <a:lnTo>
                    <a:pt x="1" y="19"/>
                  </a:lnTo>
                  <a:lnTo>
                    <a:pt x="1" y="540"/>
                  </a:lnTo>
                  <a:lnTo>
                    <a:pt x="19" y="55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1" name="Google Shape;471;p46"/>
            <p:cNvSpPr/>
            <p:nvPr/>
          </p:nvSpPr>
          <p:spPr>
            <a:xfrm>
              <a:off x="6067950" y="2054200"/>
              <a:ext cx="475" cy="15375"/>
            </a:xfrm>
            <a:custGeom>
              <a:avLst/>
              <a:gdLst/>
              <a:ahLst/>
              <a:cxnLst/>
              <a:rect l="l" t="t" r="r" b="b"/>
              <a:pathLst>
                <a:path w="19" h="615" extrusionOk="0">
                  <a:moveTo>
                    <a:pt x="19" y="0"/>
                  </a:moveTo>
                  <a:lnTo>
                    <a:pt x="0" y="19"/>
                  </a:lnTo>
                  <a:lnTo>
                    <a:pt x="0" y="577"/>
                  </a:lnTo>
                  <a:lnTo>
                    <a:pt x="19" y="61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2" name="Google Shape;472;p46"/>
            <p:cNvSpPr/>
            <p:nvPr/>
          </p:nvSpPr>
          <p:spPr>
            <a:xfrm>
              <a:off x="6068400" y="2053725"/>
              <a:ext cx="950" cy="16300"/>
            </a:xfrm>
            <a:custGeom>
              <a:avLst/>
              <a:gdLst/>
              <a:ahLst/>
              <a:cxnLst/>
              <a:rect l="l" t="t" r="r" b="b"/>
              <a:pathLst>
                <a:path w="38" h="652" extrusionOk="0">
                  <a:moveTo>
                    <a:pt x="38" y="0"/>
                  </a:moveTo>
                  <a:lnTo>
                    <a:pt x="1" y="19"/>
                  </a:lnTo>
                  <a:lnTo>
                    <a:pt x="1" y="633"/>
                  </a:lnTo>
                  <a:lnTo>
                    <a:pt x="38" y="652"/>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3" name="Google Shape;473;p46"/>
            <p:cNvSpPr/>
            <p:nvPr/>
          </p:nvSpPr>
          <p:spPr>
            <a:xfrm>
              <a:off x="6069325" y="2053250"/>
              <a:ext cx="500" cy="17250"/>
            </a:xfrm>
            <a:custGeom>
              <a:avLst/>
              <a:gdLst/>
              <a:ahLst/>
              <a:cxnLst/>
              <a:rect l="l" t="t" r="r" b="b"/>
              <a:pathLst>
                <a:path w="20" h="690" extrusionOk="0">
                  <a:moveTo>
                    <a:pt x="20" y="1"/>
                  </a:moveTo>
                  <a:lnTo>
                    <a:pt x="1" y="19"/>
                  </a:lnTo>
                  <a:lnTo>
                    <a:pt x="1" y="671"/>
                  </a:lnTo>
                  <a:lnTo>
                    <a:pt x="20" y="689"/>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4" name="Google Shape;474;p46"/>
            <p:cNvSpPr/>
            <p:nvPr/>
          </p:nvSpPr>
          <p:spPr>
            <a:xfrm>
              <a:off x="6069800" y="2052325"/>
              <a:ext cx="500" cy="18650"/>
            </a:xfrm>
            <a:custGeom>
              <a:avLst/>
              <a:gdLst/>
              <a:ahLst/>
              <a:cxnLst/>
              <a:rect l="l" t="t" r="r" b="b"/>
              <a:pathLst>
                <a:path w="20" h="746" extrusionOk="0">
                  <a:moveTo>
                    <a:pt x="19" y="1"/>
                  </a:moveTo>
                  <a:lnTo>
                    <a:pt x="1" y="38"/>
                  </a:lnTo>
                  <a:lnTo>
                    <a:pt x="1" y="726"/>
                  </a:lnTo>
                  <a:lnTo>
                    <a:pt x="19" y="74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5" name="Google Shape;475;p46"/>
            <p:cNvSpPr/>
            <p:nvPr/>
          </p:nvSpPr>
          <p:spPr>
            <a:xfrm>
              <a:off x="6070275" y="2051875"/>
              <a:ext cx="475" cy="19550"/>
            </a:xfrm>
            <a:custGeom>
              <a:avLst/>
              <a:gdLst/>
              <a:ahLst/>
              <a:cxnLst/>
              <a:rect l="l" t="t" r="r" b="b"/>
              <a:pathLst>
                <a:path w="19" h="782" extrusionOk="0">
                  <a:moveTo>
                    <a:pt x="19" y="0"/>
                  </a:moveTo>
                  <a:lnTo>
                    <a:pt x="0" y="19"/>
                  </a:lnTo>
                  <a:lnTo>
                    <a:pt x="0" y="763"/>
                  </a:lnTo>
                  <a:lnTo>
                    <a:pt x="19" y="78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6" name="Google Shape;476;p46"/>
            <p:cNvSpPr/>
            <p:nvPr/>
          </p:nvSpPr>
          <p:spPr>
            <a:xfrm>
              <a:off x="6070725" y="2051400"/>
              <a:ext cx="500" cy="20500"/>
            </a:xfrm>
            <a:custGeom>
              <a:avLst/>
              <a:gdLst/>
              <a:ahLst/>
              <a:cxnLst/>
              <a:rect l="l" t="t" r="r" b="b"/>
              <a:pathLst>
                <a:path w="20" h="820" extrusionOk="0">
                  <a:moveTo>
                    <a:pt x="19" y="0"/>
                  </a:moveTo>
                  <a:lnTo>
                    <a:pt x="1" y="19"/>
                  </a:lnTo>
                  <a:lnTo>
                    <a:pt x="1" y="801"/>
                  </a:lnTo>
                  <a:lnTo>
                    <a:pt x="19" y="819"/>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7" name="Google Shape;477;p46"/>
            <p:cNvSpPr/>
            <p:nvPr/>
          </p:nvSpPr>
          <p:spPr>
            <a:xfrm>
              <a:off x="6071200" y="2050925"/>
              <a:ext cx="500" cy="21900"/>
            </a:xfrm>
            <a:custGeom>
              <a:avLst/>
              <a:gdLst/>
              <a:ahLst/>
              <a:cxnLst/>
              <a:rect l="l" t="t" r="r" b="b"/>
              <a:pathLst>
                <a:path w="20" h="876" extrusionOk="0">
                  <a:moveTo>
                    <a:pt x="19" y="1"/>
                  </a:moveTo>
                  <a:lnTo>
                    <a:pt x="0" y="19"/>
                  </a:lnTo>
                  <a:lnTo>
                    <a:pt x="0" y="838"/>
                  </a:lnTo>
                  <a:lnTo>
                    <a:pt x="19" y="87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8" name="Google Shape;478;p46"/>
            <p:cNvSpPr/>
            <p:nvPr/>
          </p:nvSpPr>
          <p:spPr>
            <a:xfrm>
              <a:off x="6071675" y="2050475"/>
              <a:ext cx="950" cy="22825"/>
            </a:xfrm>
            <a:custGeom>
              <a:avLst/>
              <a:gdLst/>
              <a:ahLst/>
              <a:cxnLst/>
              <a:rect l="l" t="t" r="r" b="b"/>
              <a:pathLst>
                <a:path w="38" h="913" extrusionOk="0">
                  <a:moveTo>
                    <a:pt x="37" y="0"/>
                  </a:moveTo>
                  <a:lnTo>
                    <a:pt x="0" y="19"/>
                  </a:lnTo>
                  <a:lnTo>
                    <a:pt x="0" y="893"/>
                  </a:lnTo>
                  <a:lnTo>
                    <a:pt x="37" y="912"/>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9" name="Google Shape;479;p46"/>
            <p:cNvSpPr/>
            <p:nvPr/>
          </p:nvSpPr>
          <p:spPr>
            <a:xfrm>
              <a:off x="6072600" y="2050000"/>
              <a:ext cx="475" cy="23750"/>
            </a:xfrm>
            <a:custGeom>
              <a:avLst/>
              <a:gdLst/>
              <a:ahLst/>
              <a:cxnLst/>
              <a:rect l="l" t="t" r="r" b="b"/>
              <a:pathLst>
                <a:path w="19" h="950" extrusionOk="0">
                  <a:moveTo>
                    <a:pt x="19" y="1"/>
                  </a:moveTo>
                  <a:lnTo>
                    <a:pt x="0" y="19"/>
                  </a:lnTo>
                  <a:lnTo>
                    <a:pt x="0" y="931"/>
                  </a:lnTo>
                  <a:lnTo>
                    <a:pt x="19" y="95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0" name="Google Shape;480;p46"/>
            <p:cNvSpPr/>
            <p:nvPr/>
          </p:nvSpPr>
          <p:spPr>
            <a:xfrm>
              <a:off x="6073050" y="2049075"/>
              <a:ext cx="500" cy="25150"/>
            </a:xfrm>
            <a:custGeom>
              <a:avLst/>
              <a:gdLst/>
              <a:ahLst/>
              <a:cxnLst/>
              <a:rect l="l" t="t" r="r" b="b"/>
              <a:pathLst>
                <a:path w="20" h="1006" extrusionOk="0">
                  <a:moveTo>
                    <a:pt x="19" y="0"/>
                  </a:moveTo>
                  <a:lnTo>
                    <a:pt x="1" y="38"/>
                  </a:lnTo>
                  <a:lnTo>
                    <a:pt x="1" y="987"/>
                  </a:lnTo>
                  <a:lnTo>
                    <a:pt x="19" y="1005"/>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1" name="Google Shape;481;p46"/>
            <p:cNvSpPr/>
            <p:nvPr/>
          </p:nvSpPr>
          <p:spPr>
            <a:xfrm>
              <a:off x="6073525" y="2048600"/>
              <a:ext cx="500" cy="26075"/>
            </a:xfrm>
            <a:custGeom>
              <a:avLst/>
              <a:gdLst/>
              <a:ahLst/>
              <a:cxnLst/>
              <a:rect l="l" t="t" r="r" b="b"/>
              <a:pathLst>
                <a:path w="20" h="1043" extrusionOk="0">
                  <a:moveTo>
                    <a:pt x="19" y="1"/>
                  </a:moveTo>
                  <a:lnTo>
                    <a:pt x="0" y="19"/>
                  </a:lnTo>
                  <a:lnTo>
                    <a:pt x="0" y="1024"/>
                  </a:lnTo>
                  <a:lnTo>
                    <a:pt x="19" y="104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2" name="Google Shape;482;p46"/>
            <p:cNvSpPr/>
            <p:nvPr/>
          </p:nvSpPr>
          <p:spPr>
            <a:xfrm>
              <a:off x="6074000" y="2048150"/>
              <a:ext cx="475" cy="27000"/>
            </a:xfrm>
            <a:custGeom>
              <a:avLst/>
              <a:gdLst/>
              <a:ahLst/>
              <a:cxnLst/>
              <a:rect l="l" t="t" r="r" b="b"/>
              <a:pathLst>
                <a:path w="19" h="1080" extrusionOk="0">
                  <a:moveTo>
                    <a:pt x="19" y="0"/>
                  </a:moveTo>
                  <a:lnTo>
                    <a:pt x="0" y="19"/>
                  </a:lnTo>
                  <a:lnTo>
                    <a:pt x="0" y="1061"/>
                  </a:lnTo>
                  <a:lnTo>
                    <a:pt x="19" y="108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3" name="Google Shape;483;p46"/>
            <p:cNvSpPr/>
            <p:nvPr/>
          </p:nvSpPr>
          <p:spPr>
            <a:xfrm>
              <a:off x="6074450" y="2047675"/>
              <a:ext cx="500" cy="28400"/>
            </a:xfrm>
            <a:custGeom>
              <a:avLst/>
              <a:gdLst/>
              <a:ahLst/>
              <a:cxnLst/>
              <a:rect l="l" t="t" r="r" b="b"/>
              <a:pathLst>
                <a:path w="20" h="1136" extrusionOk="0">
                  <a:moveTo>
                    <a:pt x="19" y="1"/>
                  </a:moveTo>
                  <a:lnTo>
                    <a:pt x="1" y="19"/>
                  </a:lnTo>
                  <a:lnTo>
                    <a:pt x="1" y="1099"/>
                  </a:lnTo>
                  <a:lnTo>
                    <a:pt x="19" y="113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4" name="Google Shape;484;p46"/>
            <p:cNvSpPr/>
            <p:nvPr/>
          </p:nvSpPr>
          <p:spPr>
            <a:xfrm>
              <a:off x="6074925" y="2047200"/>
              <a:ext cx="950" cy="29350"/>
            </a:xfrm>
            <a:custGeom>
              <a:avLst/>
              <a:gdLst/>
              <a:ahLst/>
              <a:cxnLst/>
              <a:rect l="l" t="t" r="r" b="b"/>
              <a:pathLst>
                <a:path w="38" h="1174" extrusionOk="0">
                  <a:moveTo>
                    <a:pt x="38" y="1"/>
                  </a:moveTo>
                  <a:lnTo>
                    <a:pt x="0" y="20"/>
                  </a:lnTo>
                  <a:lnTo>
                    <a:pt x="0" y="1155"/>
                  </a:lnTo>
                  <a:lnTo>
                    <a:pt x="38" y="1173"/>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5" name="Google Shape;485;p46"/>
            <p:cNvSpPr/>
            <p:nvPr/>
          </p:nvSpPr>
          <p:spPr>
            <a:xfrm>
              <a:off x="6075850" y="2046750"/>
              <a:ext cx="500" cy="30250"/>
            </a:xfrm>
            <a:custGeom>
              <a:avLst/>
              <a:gdLst/>
              <a:ahLst/>
              <a:cxnLst/>
              <a:rect l="l" t="t" r="r" b="b"/>
              <a:pathLst>
                <a:path w="20" h="1210" extrusionOk="0">
                  <a:moveTo>
                    <a:pt x="19" y="0"/>
                  </a:moveTo>
                  <a:lnTo>
                    <a:pt x="1" y="19"/>
                  </a:lnTo>
                  <a:lnTo>
                    <a:pt x="1" y="1191"/>
                  </a:lnTo>
                  <a:lnTo>
                    <a:pt x="19" y="121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6" name="Google Shape;486;p46"/>
            <p:cNvSpPr/>
            <p:nvPr/>
          </p:nvSpPr>
          <p:spPr>
            <a:xfrm>
              <a:off x="6076325" y="2045825"/>
              <a:ext cx="475" cy="31650"/>
            </a:xfrm>
            <a:custGeom>
              <a:avLst/>
              <a:gdLst/>
              <a:ahLst/>
              <a:cxnLst/>
              <a:rect l="l" t="t" r="r" b="b"/>
              <a:pathLst>
                <a:path w="19" h="1266" extrusionOk="0">
                  <a:moveTo>
                    <a:pt x="19" y="0"/>
                  </a:moveTo>
                  <a:lnTo>
                    <a:pt x="0" y="37"/>
                  </a:lnTo>
                  <a:lnTo>
                    <a:pt x="0" y="1247"/>
                  </a:lnTo>
                  <a:lnTo>
                    <a:pt x="19" y="126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7" name="Google Shape;487;p46"/>
            <p:cNvSpPr/>
            <p:nvPr/>
          </p:nvSpPr>
          <p:spPr>
            <a:xfrm>
              <a:off x="6076775" y="2045350"/>
              <a:ext cx="500" cy="32600"/>
            </a:xfrm>
            <a:custGeom>
              <a:avLst/>
              <a:gdLst/>
              <a:ahLst/>
              <a:cxnLst/>
              <a:rect l="l" t="t" r="r" b="b"/>
              <a:pathLst>
                <a:path w="20" h="1304" extrusionOk="0">
                  <a:moveTo>
                    <a:pt x="19" y="0"/>
                  </a:moveTo>
                  <a:lnTo>
                    <a:pt x="1" y="19"/>
                  </a:lnTo>
                  <a:lnTo>
                    <a:pt x="1" y="1285"/>
                  </a:lnTo>
                  <a:lnTo>
                    <a:pt x="19" y="130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8" name="Google Shape;488;p46"/>
            <p:cNvSpPr/>
            <p:nvPr/>
          </p:nvSpPr>
          <p:spPr>
            <a:xfrm>
              <a:off x="6077250" y="2044875"/>
              <a:ext cx="475" cy="33525"/>
            </a:xfrm>
            <a:custGeom>
              <a:avLst/>
              <a:gdLst/>
              <a:ahLst/>
              <a:cxnLst/>
              <a:rect l="l" t="t" r="r" b="b"/>
              <a:pathLst>
                <a:path w="19" h="1341" extrusionOk="0">
                  <a:moveTo>
                    <a:pt x="19" y="1"/>
                  </a:moveTo>
                  <a:lnTo>
                    <a:pt x="0" y="19"/>
                  </a:lnTo>
                  <a:lnTo>
                    <a:pt x="0" y="1322"/>
                  </a:lnTo>
                  <a:lnTo>
                    <a:pt x="19" y="134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9" name="Google Shape;489;p46"/>
            <p:cNvSpPr/>
            <p:nvPr/>
          </p:nvSpPr>
          <p:spPr>
            <a:xfrm>
              <a:off x="6077700" y="2044425"/>
              <a:ext cx="500" cy="34925"/>
            </a:xfrm>
            <a:custGeom>
              <a:avLst/>
              <a:gdLst/>
              <a:ahLst/>
              <a:cxnLst/>
              <a:rect l="l" t="t" r="r" b="b"/>
              <a:pathLst>
                <a:path w="20" h="1397" extrusionOk="0">
                  <a:moveTo>
                    <a:pt x="20" y="0"/>
                  </a:moveTo>
                  <a:lnTo>
                    <a:pt x="1" y="19"/>
                  </a:lnTo>
                  <a:lnTo>
                    <a:pt x="1" y="1359"/>
                  </a:lnTo>
                  <a:lnTo>
                    <a:pt x="20" y="139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0" name="Google Shape;490;p46"/>
            <p:cNvSpPr/>
            <p:nvPr/>
          </p:nvSpPr>
          <p:spPr>
            <a:xfrm>
              <a:off x="6078175" y="2043950"/>
              <a:ext cx="950" cy="35850"/>
            </a:xfrm>
            <a:custGeom>
              <a:avLst/>
              <a:gdLst/>
              <a:ahLst/>
              <a:cxnLst/>
              <a:rect l="l" t="t" r="r" b="b"/>
              <a:pathLst>
                <a:path w="38" h="1434" extrusionOk="0">
                  <a:moveTo>
                    <a:pt x="38" y="1"/>
                  </a:moveTo>
                  <a:lnTo>
                    <a:pt x="1" y="19"/>
                  </a:lnTo>
                  <a:lnTo>
                    <a:pt x="1" y="1415"/>
                  </a:lnTo>
                  <a:lnTo>
                    <a:pt x="38" y="143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1" name="Google Shape;491;p46"/>
            <p:cNvSpPr/>
            <p:nvPr/>
          </p:nvSpPr>
          <p:spPr>
            <a:xfrm>
              <a:off x="6079100" y="2043500"/>
              <a:ext cx="500" cy="36775"/>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2" name="Google Shape;492;p46"/>
            <p:cNvSpPr/>
            <p:nvPr/>
          </p:nvSpPr>
          <p:spPr>
            <a:xfrm>
              <a:off x="6079575" y="2042550"/>
              <a:ext cx="500" cy="38175"/>
            </a:xfrm>
            <a:custGeom>
              <a:avLst/>
              <a:gdLst/>
              <a:ahLst/>
              <a:cxnLst/>
              <a:rect l="l" t="t" r="r" b="b"/>
              <a:pathLst>
                <a:path w="20" h="1527" extrusionOk="0">
                  <a:moveTo>
                    <a:pt x="19" y="1"/>
                  </a:moveTo>
                  <a:lnTo>
                    <a:pt x="0" y="38"/>
                  </a:lnTo>
                  <a:lnTo>
                    <a:pt x="0" y="1508"/>
                  </a:lnTo>
                  <a:lnTo>
                    <a:pt x="19" y="152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3" name="Google Shape;493;p46"/>
            <p:cNvSpPr/>
            <p:nvPr/>
          </p:nvSpPr>
          <p:spPr>
            <a:xfrm>
              <a:off x="6080050" y="2042100"/>
              <a:ext cx="475" cy="39100"/>
            </a:xfrm>
            <a:custGeom>
              <a:avLst/>
              <a:gdLst/>
              <a:ahLst/>
              <a:cxnLst/>
              <a:rect l="l" t="t" r="r" b="b"/>
              <a:pathLst>
                <a:path w="19" h="1564" extrusionOk="0">
                  <a:moveTo>
                    <a:pt x="19" y="0"/>
                  </a:moveTo>
                  <a:lnTo>
                    <a:pt x="0" y="19"/>
                  </a:lnTo>
                  <a:lnTo>
                    <a:pt x="0" y="1545"/>
                  </a:lnTo>
                  <a:lnTo>
                    <a:pt x="19" y="156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4" name="Google Shape;494;p46"/>
            <p:cNvSpPr/>
            <p:nvPr/>
          </p:nvSpPr>
          <p:spPr>
            <a:xfrm>
              <a:off x="6080500" y="2041625"/>
              <a:ext cx="500" cy="40050"/>
            </a:xfrm>
            <a:custGeom>
              <a:avLst/>
              <a:gdLst/>
              <a:ahLst/>
              <a:cxnLst/>
              <a:rect l="l" t="t" r="r" b="b"/>
              <a:pathLst>
                <a:path w="20" h="1602" extrusionOk="0">
                  <a:moveTo>
                    <a:pt x="19" y="1"/>
                  </a:moveTo>
                  <a:lnTo>
                    <a:pt x="1" y="19"/>
                  </a:lnTo>
                  <a:lnTo>
                    <a:pt x="1" y="1582"/>
                  </a:lnTo>
                  <a:lnTo>
                    <a:pt x="19" y="160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5" name="Google Shape;495;p46"/>
            <p:cNvSpPr/>
            <p:nvPr/>
          </p:nvSpPr>
          <p:spPr>
            <a:xfrm>
              <a:off x="6080975" y="2041150"/>
              <a:ext cx="475" cy="41450"/>
            </a:xfrm>
            <a:custGeom>
              <a:avLst/>
              <a:gdLst/>
              <a:ahLst/>
              <a:cxnLst/>
              <a:rect l="l" t="t" r="r" b="b"/>
              <a:pathLst>
                <a:path w="19" h="1658" extrusionOk="0">
                  <a:moveTo>
                    <a:pt x="19" y="1"/>
                  </a:moveTo>
                  <a:lnTo>
                    <a:pt x="0" y="20"/>
                  </a:lnTo>
                  <a:lnTo>
                    <a:pt x="0" y="1620"/>
                  </a:lnTo>
                  <a:lnTo>
                    <a:pt x="19" y="165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6" name="Google Shape;496;p46"/>
            <p:cNvSpPr/>
            <p:nvPr/>
          </p:nvSpPr>
          <p:spPr>
            <a:xfrm>
              <a:off x="6081425" y="2040700"/>
              <a:ext cx="975" cy="42350"/>
            </a:xfrm>
            <a:custGeom>
              <a:avLst/>
              <a:gdLst/>
              <a:ahLst/>
              <a:cxnLst/>
              <a:rect l="l" t="t" r="r" b="b"/>
              <a:pathLst>
                <a:path w="39" h="1694" extrusionOk="0">
                  <a:moveTo>
                    <a:pt x="38" y="0"/>
                  </a:moveTo>
                  <a:lnTo>
                    <a:pt x="1" y="19"/>
                  </a:lnTo>
                  <a:lnTo>
                    <a:pt x="1" y="1675"/>
                  </a:lnTo>
                  <a:lnTo>
                    <a:pt x="38" y="169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7" name="Google Shape;497;p46"/>
            <p:cNvSpPr/>
            <p:nvPr/>
          </p:nvSpPr>
          <p:spPr>
            <a:xfrm>
              <a:off x="6082375" y="2040225"/>
              <a:ext cx="475" cy="43300"/>
            </a:xfrm>
            <a:custGeom>
              <a:avLst/>
              <a:gdLst/>
              <a:ahLst/>
              <a:cxnLst/>
              <a:rect l="l" t="t" r="r" b="b"/>
              <a:pathLst>
                <a:path w="19" h="1732" extrusionOk="0">
                  <a:moveTo>
                    <a:pt x="19" y="1"/>
                  </a:moveTo>
                  <a:lnTo>
                    <a:pt x="0" y="19"/>
                  </a:lnTo>
                  <a:lnTo>
                    <a:pt x="0" y="1713"/>
                  </a:lnTo>
                  <a:lnTo>
                    <a:pt x="19" y="173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8" name="Google Shape;498;p46"/>
            <p:cNvSpPr/>
            <p:nvPr/>
          </p:nvSpPr>
          <p:spPr>
            <a:xfrm>
              <a:off x="6082825" y="2039300"/>
              <a:ext cx="500" cy="44700"/>
            </a:xfrm>
            <a:custGeom>
              <a:avLst/>
              <a:gdLst/>
              <a:ahLst/>
              <a:cxnLst/>
              <a:rect l="l" t="t" r="r" b="b"/>
              <a:pathLst>
                <a:path w="20" h="1788" extrusionOk="0">
                  <a:moveTo>
                    <a:pt x="19" y="1"/>
                  </a:moveTo>
                  <a:lnTo>
                    <a:pt x="1" y="38"/>
                  </a:lnTo>
                  <a:lnTo>
                    <a:pt x="1" y="1769"/>
                  </a:lnTo>
                  <a:lnTo>
                    <a:pt x="19" y="178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9" name="Google Shape;499;p46"/>
            <p:cNvSpPr/>
            <p:nvPr/>
          </p:nvSpPr>
          <p:spPr>
            <a:xfrm>
              <a:off x="6083300" y="2038825"/>
              <a:ext cx="475" cy="45625"/>
            </a:xfrm>
            <a:custGeom>
              <a:avLst/>
              <a:gdLst/>
              <a:ahLst/>
              <a:cxnLst/>
              <a:rect l="l" t="t" r="r" b="b"/>
              <a:pathLst>
                <a:path w="19" h="1825" extrusionOk="0">
                  <a:moveTo>
                    <a:pt x="19" y="1"/>
                  </a:moveTo>
                  <a:lnTo>
                    <a:pt x="0" y="20"/>
                  </a:lnTo>
                  <a:lnTo>
                    <a:pt x="0" y="1806"/>
                  </a:lnTo>
                  <a:lnTo>
                    <a:pt x="19" y="182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0" name="Google Shape;500;p46"/>
            <p:cNvSpPr/>
            <p:nvPr/>
          </p:nvSpPr>
          <p:spPr>
            <a:xfrm>
              <a:off x="6083750" y="2038375"/>
              <a:ext cx="500" cy="46550"/>
            </a:xfrm>
            <a:custGeom>
              <a:avLst/>
              <a:gdLst/>
              <a:ahLst/>
              <a:cxnLst/>
              <a:rect l="l" t="t" r="r" b="b"/>
              <a:pathLst>
                <a:path w="20" h="1862" extrusionOk="0">
                  <a:moveTo>
                    <a:pt x="20" y="0"/>
                  </a:moveTo>
                  <a:lnTo>
                    <a:pt x="1" y="19"/>
                  </a:lnTo>
                  <a:lnTo>
                    <a:pt x="1" y="1843"/>
                  </a:lnTo>
                  <a:lnTo>
                    <a:pt x="20" y="186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1" name="Google Shape;501;p46"/>
            <p:cNvSpPr/>
            <p:nvPr/>
          </p:nvSpPr>
          <p:spPr>
            <a:xfrm>
              <a:off x="6084225" y="2037900"/>
              <a:ext cx="500" cy="47950"/>
            </a:xfrm>
            <a:custGeom>
              <a:avLst/>
              <a:gdLst/>
              <a:ahLst/>
              <a:cxnLst/>
              <a:rect l="l" t="t" r="r" b="b"/>
              <a:pathLst>
                <a:path w="20" h="1918" extrusionOk="0">
                  <a:moveTo>
                    <a:pt x="19" y="1"/>
                  </a:moveTo>
                  <a:lnTo>
                    <a:pt x="1" y="19"/>
                  </a:lnTo>
                  <a:lnTo>
                    <a:pt x="1" y="1880"/>
                  </a:lnTo>
                  <a:lnTo>
                    <a:pt x="19" y="191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2" name="Google Shape;502;p46"/>
            <p:cNvSpPr/>
            <p:nvPr/>
          </p:nvSpPr>
          <p:spPr>
            <a:xfrm>
              <a:off x="6084700" y="2037450"/>
              <a:ext cx="950" cy="48875"/>
            </a:xfrm>
            <a:custGeom>
              <a:avLst/>
              <a:gdLst/>
              <a:ahLst/>
              <a:cxnLst/>
              <a:rect l="l" t="t" r="r" b="b"/>
              <a:pathLst>
                <a:path w="38" h="1955" extrusionOk="0">
                  <a:moveTo>
                    <a:pt x="37" y="0"/>
                  </a:moveTo>
                  <a:lnTo>
                    <a:pt x="0" y="19"/>
                  </a:lnTo>
                  <a:lnTo>
                    <a:pt x="0" y="1936"/>
                  </a:lnTo>
                  <a:lnTo>
                    <a:pt x="37" y="1954"/>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3" name="Google Shape;503;p46"/>
            <p:cNvSpPr/>
            <p:nvPr/>
          </p:nvSpPr>
          <p:spPr>
            <a:xfrm>
              <a:off x="6085625" y="2036975"/>
              <a:ext cx="475" cy="49800"/>
            </a:xfrm>
            <a:custGeom>
              <a:avLst/>
              <a:gdLst/>
              <a:ahLst/>
              <a:cxnLst/>
              <a:rect l="l" t="t" r="r" b="b"/>
              <a:pathLst>
                <a:path w="19" h="1992" extrusionOk="0">
                  <a:moveTo>
                    <a:pt x="19" y="0"/>
                  </a:moveTo>
                  <a:lnTo>
                    <a:pt x="0" y="19"/>
                  </a:lnTo>
                  <a:lnTo>
                    <a:pt x="0" y="1973"/>
                  </a:lnTo>
                  <a:lnTo>
                    <a:pt x="19" y="199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4" name="Google Shape;504;p46"/>
            <p:cNvSpPr/>
            <p:nvPr/>
          </p:nvSpPr>
          <p:spPr>
            <a:xfrm>
              <a:off x="6086075" y="2036050"/>
              <a:ext cx="500" cy="51200"/>
            </a:xfrm>
            <a:custGeom>
              <a:avLst/>
              <a:gdLst/>
              <a:ahLst/>
              <a:cxnLst/>
              <a:rect l="l" t="t" r="r" b="b"/>
              <a:pathLst>
                <a:path w="20" h="2048" extrusionOk="0">
                  <a:moveTo>
                    <a:pt x="20" y="0"/>
                  </a:moveTo>
                  <a:lnTo>
                    <a:pt x="1" y="37"/>
                  </a:lnTo>
                  <a:lnTo>
                    <a:pt x="1" y="2029"/>
                  </a:lnTo>
                  <a:lnTo>
                    <a:pt x="20" y="204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5" name="Google Shape;505;p46"/>
            <p:cNvSpPr/>
            <p:nvPr/>
          </p:nvSpPr>
          <p:spPr>
            <a:xfrm>
              <a:off x="6086550" y="2035575"/>
              <a:ext cx="500" cy="52150"/>
            </a:xfrm>
            <a:custGeom>
              <a:avLst/>
              <a:gdLst/>
              <a:ahLst/>
              <a:cxnLst/>
              <a:rect l="l" t="t" r="r" b="b"/>
              <a:pathLst>
                <a:path w="20" h="2086" extrusionOk="0">
                  <a:moveTo>
                    <a:pt x="19" y="1"/>
                  </a:moveTo>
                  <a:lnTo>
                    <a:pt x="1" y="19"/>
                  </a:lnTo>
                  <a:lnTo>
                    <a:pt x="1" y="2066"/>
                  </a:lnTo>
                  <a:lnTo>
                    <a:pt x="19" y="20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6" name="Google Shape;506;p46"/>
            <p:cNvSpPr/>
            <p:nvPr/>
          </p:nvSpPr>
          <p:spPr>
            <a:xfrm>
              <a:off x="6087025" y="2035125"/>
              <a:ext cx="475" cy="53050"/>
            </a:xfrm>
            <a:custGeom>
              <a:avLst/>
              <a:gdLst/>
              <a:ahLst/>
              <a:cxnLst/>
              <a:rect l="l" t="t" r="r" b="b"/>
              <a:pathLst>
                <a:path w="19" h="2122" extrusionOk="0">
                  <a:moveTo>
                    <a:pt x="19" y="0"/>
                  </a:moveTo>
                  <a:lnTo>
                    <a:pt x="0" y="19"/>
                  </a:lnTo>
                  <a:lnTo>
                    <a:pt x="0" y="2103"/>
                  </a:lnTo>
                  <a:lnTo>
                    <a:pt x="19" y="21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7" name="Google Shape;507;p46"/>
            <p:cNvSpPr/>
            <p:nvPr/>
          </p:nvSpPr>
          <p:spPr>
            <a:xfrm>
              <a:off x="6087475" y="2034650"/>
              <a:ext cx="500" cy="54450"/>
            </a:xfrm>
            <a:custGeom>
              <a:avLst/>
              <a:gdLst/>
              <a:ahLst/>
              <a:cxnLst/>
              <a:rect l="l" t="t" r="r" b="b"/>
              <a:pathLst>
                <a:path w="20" h="2178" extrusionOk="0">
                  <a:moveTo>
                    <a:pt x="19" y="0"/>
                  </a:moveTo>
                  <a:lnTo>
                    <a:pt x="1" y="19"/>
                  </a:lnTo>
                  <a:lnTo>
                    <a:pt x="1" y="2141"/>
                  </a:lnTo>
                  <a:lnTo>
                    <a:pt x="19" y="217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8" name="Google Shape;508;p46"/>
            <p:cNvSpPr/>
            <p:nvPr/>
          </p:nvSpPr>
          <p:spPr>
            <a:xfrm>
              <a:off x="6087950" y="2034175"/>
              <a:ext cx="950" cy="55400"/>
            </a:xfrm>
            <a:custGeom>
              <a:avLst/>
              <a:gdLst/>
              <a:ahLst/>
              <a:cxnLst/>
              <a:rect l="l" t="t" r="r" b="b"/>
              <a:pathLst>
                <a:path w="38" h="2216" extrusionOk="0">
                  <a:moveTo>
                    <a:pt x="38" y="1"/>
                  </a:moveTo>
                  <a:lnTo>
                    <a:pt x="0" y="19"/>
                  </a:lnTo>
                  <a:lnTo>
                    <a:pt x="0" y="2197"/>
                  </a:lnTo>
                  <a:lnTo>
                    <a:pt x="38" y="2215"/>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9" name="Google Shape;509;p46"/>
            <p:cNvSpPr/>
            <p:nvPr/>
          </p:nvSpPr>
          <p:spPr>
            <a:xfrm>
              <a:off x="6088875" y="2033725"/>
              <a:ext cx="500" cy="56325"/>
            </a:xfrm>
            <a:custGeom>
              <a:avLst/>
              <a:gdLst/>
              <a:ahLst/>
              <a:cxnLst/>
              <a:rect l="l" t="t" r="r" b="b"/>
              <a:pathLst>
                <a:path w="20" h="2253" extrusionOk="0">
                  <a:moveTo>
                    <a:pt x="19" y="0"/>
                  </a:moveTo>
                  <a:lnTo>
                    <a:pt x="1" y="19"/>
                  </a:lnTo>
                  <a:lnTo>
                    <a:pt x="1" y="2233"/>
                  </a:lnTo>
                  <a:lnTo>
                    <a:pt x="19" y="225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0" name="Google Shape;510;p46"/>
            <p:cNvSpPr/>
            <p:nvPr/>
          </p:nvSpPr>
          <p:spPr>
            <a:xfrm>
              <a:off x="6089350" y="2032775"/>
              <a:ext cx="475" cy="57725"/>
            </a:xfrm>
            <a:custGeom>
              <a:avLst/>
              <a:gdLst/>
              <a:ahLst/>
              <a:cxnLst/>
              <a:rect l="l" t="t" r="r" b="b"/>
              <a:pathLst>
                <a:path w="19" h="2309" extrusionOk="0">
                  <a:moveTo>
                    <a:pt x="19" y="1"/>
                  </a:moveTo>
                  <a:lnTo>
                    <a:pt x="0" y="38"/>
                  </a:lnTo>
                  <a:lnTo>
                    <a:pt x="0" y="2290"/>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1" name="Google Shape;511;p46"/>
            <p:cNvSpPr/>
            <p:nvPr/>
          </p:nvSpPr>
          <p:spPr>
            <a:xfrm>
              <a:off x="6089800" y="2032775"/>
              <a:ext cx="500" cy="58200"/>
            </a:xfrm>
            <a:custGeom>
              <a:avLst/>
              <a:gdLst/>
              <a:ahLst/>
              <a:cxnLst/>
              <a:rect l="l" t="t" r="r" b="b"/>
              <a:pathLst>
                <a:path w="20" h="2328" extrusionOk="0">
                  <a:moveTo>
                    <a:pt x="1" y="1"/>
                  </a:moveTo>
                  <a:lnTo>
                    <a:pt x="1" y="2309"/>
                  </a:lnTo>
                  <a:lnTo>
                    <a:pt x="19" y="2327"/>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2" name="Google Shape;512;p46"/>
            <p:cNvSpPr/>
            <p:nvPr/>
          </p:nvSpPr>
          <p:spPr>
            <a:xfrm>
              <a:off x="6090275" y="2032775"/>
              <a:ext cx="500" cy="57725"/>
            </a:xfrm>
            <a:custGeom>
              <a:avLst/>
              <a:gdLst/>
              <a:ahLst/>
              <a:cxnLst/>
              <a:rect l="l" t="t" r="r" b="b"/>
              <a:pathLst>
                <a:path w="20" h="2309" extrusionOk="0">
                  <a:moveTo>
                    <a:pt x="0" y="1"/>
                  </a:moveTo>
                  <a:lnTo>
                    <a:pt x="0" y="2309"/>
                  </a:lnTo>
                  <a:lnTo>
                    <a:pt x="19" y="229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3" name="Google Shape;513;p46"/>
            <p:cNvSpPr/>
            <p:nvPr/>
          </p:nvSpPr>
          <p:spPr>
            <a:xfrm>
              <a:off x="6090750" y="2033250"/>
              <a:ext cx="475" cy="56800"/>
            </a:xfrm>
            <a:custGeom>
              <a:avLst/>
              <a:gdLst/>
              <a:ahLst/>
              <a:cxnLst/>
              <a:rect l="l" t="t" r="r" b="b"/>
              <a:pathLst>
                <a:path w="19" h="2272" extrusionOk="0">
                  <a:moveTo>
                    <a:pt x="0" y="1"/>
                  </a:moveTo>
                  <a:lnTo>
                    <a:pt x="0" y="2271"/>
                  </a:lnTo>
                  <a:lnTo>
                    <a:pt x="19" y="2252"/>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4" name="Google Shape;514;p46"/>
            <p:cNvSpPr/>
            <p:nvPr/>
          </p:nvSpPr>
          <p:spPr>
            <a:xfrm>
              <a:off x="6091200" y="2034175"/>
              <a:ext cx="950" cy="55400"/>
            </a:xfrm>
            <a:custGeom>
              <a:avLst/>
              <a:gdLst/>
              <a:ahLst/>
              <a:cxnLst/>
              <a:rect l="l" t="t" r="r" b="b"/>
              <a:pathLst>
                <a:path w="38" h="2216" extrusionOk="0">
                  <a:moveTo>
                    <a:pt x="1" y="1"/>
                  </a:moveTo>
                  <a:lnTo>
                    <a:pt x="1" y="2215"/>
                  </a:lnTo>
                  <a:lnTo>
                    <a:pt x="38" y="2197"/>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5" name="Google Shape;515;p46"/>
            <p:cNvSpPr/>
            <p:nvPr/>
          </p:nvSpPr>
          <p:spPr>
            <a:xfrm>
              <a:off x="6092125" y="2034650"/>
              <a:ext cx="500" cy="54450"/>
            </a:xfrm>
            <a:custGeom>
              <a:avLst/>
              <a:gdLst/>
              <a:ahLst/>
              <a:cxnLst/>
              <a:rect l="l" t="t" r="r" b="b"/>
              <a:pathLst>
                <a:path w="20" h="2178" extrusionOk="0">
                  <a:moveTo>
                    <a:pt x="1" y="0"/>
                  </a:moveTo>
                  <a:lnTo>
                    <a:pt x="1" y="2178"/>
                  </a:lnTo>
                  <a:lnTo>
                    <a:pt x="20" y="214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6" name="Google Shape;516;p46"/>
            <p:cNvSpPr/>
            <p:nvPr/>
          </p:nvSpPr>
          <p:spPr>
            <a:xfrm>
              <a:off x="6092600" y="2035125"/>
              <a:ext cx="500" cy="53050"/>
            </a:xfrm>
            <a:custGeom>
              <a:avLst/>
              <a:gdLst/>
              <a:ahLst/>
              <a:cxnLst/>
              <a:rect l="l" t="t" r="r" b="b"/>
              <a:pathLst>
                <a:path w="20" h="2122" extrusionOk="0">
                  <a:moveTo>
                    <a:pt x="1" y="0"/>
                  </a:moveTo>
                  <a:lnTo>
                    <a:pt x="1" y="2122"/>
                  </a:lnTo>
                  <a:lnTo>
                    <a:pt x="19" y="21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7" name="Google Shape;517;p46"/>
            <p:cNvSpPr/>
            <p:nvPr/>
          </p:nvSpPr>
          <p:spPr>
            <a:xfrm>
              <a:off x="6093075" y="2035575"/>
              <a:ext cx="475" cy="52150"/>
            </a:xfrm>
            <a:custGeom>
              <a:avLst/>
              <a:gdLst/>
              <a:ahLst/>
              <a:cxnLst/>
              <a:rect l="l" t="t" r="r" b="b"/>
              <a:pathLst>
                <a:path w="19" h="2086" extrusionOk="0">
                  <a:moveTo>
                    <a:pt x="0" y="1"/>
                  </a:moveTo>
                  <a:lnTo>
                    <a:pt x="0" y="2085"/>
                  </a:lnTo>
                  <a:lnTo>
                    <a:pt x="19" y="206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8" name="Google Shape;518;p46"/>
            <p:cNvSpPr/>
            <p:nvPr/>
          </p:nvSpPr>
          <p:spPr>
            <a:xfrm>
              <a:off x="6093525" y="2036050"/>
              <a:ext cx="500" cy="51200"/>
            </a:xfrm>
            <a:custGeom>
              <a:avLst/>
              <a:gdLst/>
              <a:ahLst/>
              <a:cxnLst/>
              <a:rect l="l" t="t" r="r" b="b"/>
              <a:pathLst>
                <a:path w="20" h="2048" extrusionOk="0">
                  <a:moveTo>
                    <a:pt x="1" y="0"/>
                  </a:moveTo>
                  <a:lnTo>
                    <a:pt x="1" y="2047"/>
                  </a:lnTo>
                  <a:lnTo>
                    <a:pt x="19" y="2029"/>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9" name="Google Shape;519;p46"/>
            <p:cNvSpPr/>
            <p:nvPr/>
          </p:nvSpPr>
          <p:spPr>
            <a:xfrm>
              <a:off x="6094000" y="2036975"/>
              <a:ext cx="475" cy="49800"/>
            </a:xfrm>
            <a:custGeom>
              <a:avLst/>
              <a:gdLst/>
              <a:ahLst/>
              <a:cxnLst/>
              <a:rect l="l" t="t" r="r" b="b"/>
              <a:pathLst>
                <a:path w="19" h="1992" extrusionOk="0">
                  <a:moveTo>
                    <a:pt x="0" y="0"/>
                  </a:moveTo>
                  <a:lnTo>
                    <a:pt x="0" y="1992"/>
                  </a:lnTo>
                  <a:lnTo>
                    <a:pt x="19" y="197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0" name="Google Shape;520;p46"/>
            <p:cNvSpPr/>
            <p:nvPr/>
          </p:nvSpPr>
          <p:spPr>
            <a:xfrm>
              <a:off x="6094450" y="2037450"/>
              <a:ext cx="975" cy="48875"/>
            </a:xfrm>
            <a:custGeom>
              <a:avLst/>
              <a:gdLst/>
              <a:ahLst/>
              <a:cxnLst/>
              <a:rect l="l" t="t" r="r" b="b"/>
              <a:pathLst>
                <a:path w="39" h="1955" extrusionOk="0">
                  <a:moveTo>
                    <a:pt x="1" y="0"/>
                  </a:moveTo>
                  <a:lnTo>
                    <a:pt x="1" y="1954"/>
                  </a:lnTo>
                  <a:lnTo>
                    <a:pt x="38" y="1936"/>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1" name="Google Shape;521;p46"/>
            <p:cNvSpPr/>
            <p:nvPr/>
          </p:nvSpPr>
          <p:spPr>
            <a:xfrm>
              <a:off x="6095400" y="2037900"/>
              <a:ext cx="475" cy="47950"/>
            </a:xfrm>
            <a:custGeom>
              <a:avLst/>
              <a:gdLst/>
              <a:ahLst/>
              <a:cxnLst/>
              <a:rect l="l" t="t" r="r" b="b"/>
              <a:pathLst>
                <a:path w="19" h="1918" extrusionOk="0">
                  <a:moveTo>
                    <a:pt x="0" y="1"/>
                  </a:moveTo>
                  <a:lnTo>
                    <a:pt x="0" y="1918"/>
                  </a:lnTo>
                  <a:lnTo>
                    <a:pt x="19" y="188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2" name="Google Shape;522;p46"/>
            <p:cNvSpPr/>
            <p:nvPr/>
          </p:nvSpPr>
          <p:spPr>
            <a:xfrm>
              <a:off x="6095850" y="2038375"/>
              <a:ext cx="500" cy="46550"/>
            </a:xfrm>
            <a:custGeom>
              <a:avLst/>
              <a:gdLst/>
              <a:ahLst/>
              <a:cxnLst/>
              <a:rect l="l" t="t" r="r" b="b"/>
              <a:pathLst>
                <a:path w="20" h="1862" extrusionOk="0">
                  <a:moveTo>
                    <a:pt x="1" y="0"/>
                  </a:moveTo>
                  <a:lnTo>
                    <a:pt x="1" y="1861"/>
                  </a:lnTo>
                  <a:lnTo>
                    <a:pt x="19" y="184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3" name="Google Shape;523;p46"/>
            <p:cNvSpPr/>
            <p:nvPr/>
          </p:nvSpPr>
          <p:spPr>
            <a:xfrm>
              <a:off x="6096325" y="2038825"/>
              <a:ext cx="500" cy="45625"/>
            </a:xfrm>
            <a:custGeom>
              <a:avLst/>
              <a:gdLst/>
              <a:ahLst/>
              <a:cxnLst/>
              <a:rect l="l" t="t" r="r" b="b"/>
              <a:pathLst>
                <a:path w="20" h="1825" extrusionOk="0">
                  <a:moveTo>
                    <a:pt x="0" y="1"/>
                  </a:moveTo>
                  <a:lnTo>
                    <a:pt x="0" y="1825"/>
                  </a:lnTo>
                  <a:lnTo>
                    <a:pt x="19" y="1806"/>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4" name="Google Shape;524;p46"/>
            <p:cNvSpPr/>
            <p:nvPr/>
          </p:nvSpPr>
          <p:spPr>
            <a:xfrm>
              <a:off x="6096800" y="2039300"/>
              <a:ext cx="475" cy="44700"/>
            </a:xfrm>
            <a:custGeom>
              <a:avLst/>
              <a:gdLst/>
              <a:ahLst/>
              <a:cxnLst/>
              <a:rect l="l" t="t" r="r" b="b"/>
              <a:pathLst>
                <a:path w="19" h="1788" extrusionOk="0">
                  <a:moveTo>
                    <a:pt x="0" y="1"/>
                  </a:moveTo>
                  <a:lnTo>
                    <a:pt x="0" y="1787"/>
                  </a:lnTo>
                  <a:lnTo>
                    <a:pt x="19" y="1769"/>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5" name="Google Shape;525;p46"/>
            <p:cNvSpPr/>
            <p:nvPr/>
          </p:nvSpPr>
          <p:spPr>
            <a:xfrm>
              <a:off x="6097250" y="2040225"/>
              <a:ext cx="500" cy="43300"/>
            </a:xfrm>
            <a:custGeom>
              <a:avLst/>
              <a:gdLst/>
              <a:ahLst/>
              <a:cxnLst/>
              <a:rect l="l" t="t" r="r" b="b"/>
              <a:pathLst>
                <a:path w="20" h="1732" extrusionOk="0">
                  <a:moveTo>
                    <a:pt x="1" y="1"/>
                  </a:moveTo>
                  <a:lnTo>
                    <a:pt x="1" y="1732"/>
                  </a:lnTo>
                  <a:lnTo>
                    <a:pt x="19" y="171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6" name="Google Shape;526;p46"/>
            <p:cNvSpPr/>
            <p:nvPr/>
          </p:nvSpPr>
          <p:spPr>
            <a:xfrm>
              <a:off x="6097725" y="2040700"/>
              <a:ext cx="950" cy="42350"/>
            </a:xfrm>
            <a:custGeom>
              <a:avLst/>
              <a:gdLst/>
              <a:ahLst/>
              <a:cxnLst/>
              <a:rect l="l" t="t" r="r" b="b"/>
              <a:pathLst>
                <a:path w="38" h="1694" extrusionOk="0">
                  <a:moveTo>
                    <a:pt x="0" y="0"/>
                  </a:moveTo>
                  <a:lnTo>
                    <a:pt x="0" y="1694"/>
                  </a:lnTo>
                  <a:lnTo>
                    <a:pt x="37" y="1675"/>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7" name="Google Shape;527;p46"/>
            <p:cNvSpPr/>
            <p:nvPr/>
          </p:nvSpPr>
          <p:spPr>
            <a:xfrm>
              <a:off x="6098650" y="2041150"/>
              <a:ext cx="500" cy="41450"/>
            </a:xfrm>
            <a:custGeom>
              <a:avLst/>
              <a:gdLst/>
              <a:ahLst/>
              <a:cxnLst/>
              <a:rect l="l" t="t" r="r" b="b"/>
              <a:pathLst>
                <a:path w="20" h="1658" extrusionOk="0">
                  <a:moveTo>
                    <a:pt x="0" y="1"/>
                  </a:moveTo>
                  <a:lnTo>
                    <a:pt x="0" y="1657"/>
                  </a:lnTo>
                  <a:lnTo>
                    <a:pt x="19" y="162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8" name="Google Shape;528;p46"/>
            <p:cNvSpPr/>
            <p:nvPr/>
          </p:nvSpPr>
          <p:spPr>
            <a:xfrm>
              <a:off x="6099125" y="2041625"/>
              <a:ext cx="475" cy="40050"/>
            </a:xfrm>
            <a:custGeom>
              <a:avLst/>
              <a:gdLst/>
              <a:ahLst/>
              <a:cxnLst/>
              <a:rect l="l" t="t" r="r" b="b"/>
              <a:pathLst>
                <a:path w="19" h="1602" extrusionOk="0">
                  <a:moveTo>
                    <a:pt x="0" y="1"/>
                  </a:moveTo>
                  <a:lnTo>
                    <a:pt x="0" y="1601"/>
                  </a:lnTo>
                  <a:lnTo>
                    <a:pt x="19" y="158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9" name="Google Shape;529;p46"/>
            <p:cNvSpPr/>
            <p:nvPr/>
          </p:nvSpPr>
          <p:spPr>
            <a:xfrm>
              <a:off x="6099575" y="2042100"/>
              <a:ext cx="500" cy="39100"/>
            </a:xfrm>
            <a:custGeom>
              <a:avLst/>
              <a:gdLst/>
              <a:ahLst/>
              <a:cxnLst/>
              <a:rect l="l" t="t" r="r" b="b"/>
              <a:pathLst>
                <a:path w="20" h="1564" extrusionOk="0">
                  <a:moveTo>
                    <a:pt x="1" y="0"/>
                  </a:moveTo>
                  <a:lnTo>
                    <a:pt x="1" y="1563"/>
                  </a:lnTo>
                  <a:lnTo>
                    <a:pt x="19" y="154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0" name="Google Shape;530;p46"/>
            <p:cNvSpPr/>
            <p:nvPr/>
          </p:nvSpPr>
          <p:spPr>
            <a:xfrm>
              <a:off x="6100050" y="2042550"/>
              <a:ext cx="475" cy="38175"/>
            </a:xfrm>
            <a:custGeom>
              <a:avLst/>
              <a:gdLst/>
              <a:ahLst/>
              <a:cxnLst/>
              <a:rect l="l" t="t" r="r" b="b"/>
              <a:pathLst>
                <a:path w="19" h="1527" extrusionOk="0">
                  <a:moveTo>
                    <a:pt x="0" y="1"/>
                  </a:moveTo>
                  <a:lnTo>
                    <a:pt x="0" y="1527"/>
                  </a:lnTo>
                  <a:lnTo>
                    <a:pt x="19" y="1508"/>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1" name="Google Shape;531;p46"/>
            <p:cNvSpPr/>
            <p:nvPr/>
          </p:nvSpPr>
          <p:spPr>
            <a:xfrm>
              <a:off x="6100500" y="2043500"/>
              <a:ext cx="500" cy="36775"/>
            </a:xfrm>
            <a:custGeom>
              <a:avLst/>
              <a:gdLst/>
              <a:ahLst/>
              <a:cxnLst/>
              <a:rect l="l" t="t" r="r" b="b"/>
              <a:pathLst>
                <a:path w="20" h="1471" extrusionOk="0">
                  <a:moveTo>
                    <a:pt x="1" y="0"/>
                  </a:moveTo>
                  <a:lnTo>
                    <a:pt x="1" y="1470"/>
                  </a:lnTo>
                  <a:lnTo>
                    <a:pt x="20" y="1452"/>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2" name="Google Shape;532;p46"/>
            <p:cNvSpPr/>
            <p:nvPr/>
          </p:nvSpPr>
          <p:spPr>
            <a:xfrm>
              <a:off x="6100975" y="2043950"/>
              <a:ext cx="950" cy="35850"/>
            </a:xfrm>
            <a:custGeom>
              <a:avLst/>
              <a:gdLst/>
              <a:ahLst/>
              <a:cxnLst/>
              <a:rect l="l" t="t" r="r" b="b"/>
              <a:pathLst>
                <a:path w="38" h="1434" extrusionOk="0">
                  <a:moveTo>
                    <a:pt x="1" y="1"/>
                  </a:moveTo>
                  <a:lnTo>
                    <a:pt x="1" y="1434"/>
                  </a:lnTo>
                  <a:lnTo>
                    <a:pt x="38" y="1415"/>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3" name="Google Shape;533;p46"/>
            <p:cNvSpPr/>
            <p:nvPr/>
          </p:nvSpPr>
          <p:spPr>
            <a:xfrm>
              <a:off x="6101900" y="2044425"/>
              <a:ext cx="500" cy="34925"/>
            </a:xfrm>
            <a:custGeom>
              <a:avLst/>
              <a:gdLst/>
              <a:ahLst/>
              <a:cxnLst/>
              <a:rect l="l" t="t" r="r" b="b"/>
              <a:pathLst>
                <a:path w="20" h="1397" extrusionOk="0">
                  <a:moveTo>
                    <a:pt x="1" y="0"/>
                  </a:moveTo>
                  <a:lnTo>
                    <a:pt x="1" y="1396"/>
                  </a:lnTo>
                  <a:lnTo>
                    <a:pt x="19" y="1359"/>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4" name="Google Shape;534;p46"/>
            <p:cNvSpPr/>
            <p:nvPr/>
          </p:nvSpPr>
          <p:spPr>
            <a:xfrm>
              <a:off x="6102375" y="2044875"/>
              <a:ext cx="475" cy="33525"/>
            </a:xfrm>
            <a:custGeom>
              <a:avLst/>
              <a:gdLst/>
              <a:ahLst/>
              <a:cxnLst/>
              <a:rect l="l" t="t" r="r" b="b"/>
              <a:pathLst>
                <a:path w="19" h="1341" extrusionOk="0">
                  <a:moveTo>
                    <a:pt x="0" y="1"/>
                  </a:moveTo>
                  <a:lnTo>
                    <a:pt x="0" y="1341"/>
                  </a:lnTo>
                  <a:lnTo>
                    <a:pt x="19" y="132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5" name="Google Shape;535;p46"/>
            <p:cNvSpPr/>
            <p:nvPr/>
          </p:nvSpPr>
          <p:spPr>
            <a:xfrm>
              <a:off x="6102825" y="2045350"/>
              <a:ext cx="500" cy="32600"/>
            </a:xfrm>
            <a:custGeom>
              <a:avLst/>
              <a:gdLst/>
              <a:ahLst/>
              <a:cxnLst/>
              <a:rect l="l" t="t" r="r" b="b"/>
              <a:pathLst>
                <a:path w="20" h="1304" extrusionOk="0">
                  <a:moveTo>
                    <a:pt x="1" y="0"/>
                  </a:moveTo>
                  <a:lnTo>
                    <a:pt x="1" y="1303"/>
                  </a:lnTo>
                  <a:lnTo>
                    <a:pt x="20" y="1285"/>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6" name="Google Shape;536;p46"/>
            <p:cNvSpPr/>
            <p:nvPr/>
          </p:nvSpPr>
          <p:spPr>
            <a:xfrm>
              <a:off x="6103300" y="2045825"/>
              <a:ext cx="500" cy="31650"/>
            </a:xfrm>
            <a:custGeom>
              <a:avLst/>
              <a:gdLst/>
              <a:ahLst/>
              <a:cxnLst/>
              <a:rect l="l" t="t" r="r" b="b"/>
              <a:pathLst>
                <a:path w="20" h="1266" extrusionOk="0">
                  <a:moveTo>
                    <a:pt x="1" y="0"/>
                  </a:moveTo>
                  <a:lnTo>
                    <a:pt x="1" y="1266"/>
                  </a:lnTo>
                  <a:lnTo>
                    <a:pt x="19" y="1247"/>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7" name="Google Shape;537;p46"/>
            <p:cNvSpPr/>
            <p:nvPr/>
          </p:nvSpPr>
          <p:spPr>
            <a:xfrm>
              <a:off x="6103775" y="2046750"/>
              <a:ext cx="475" cy="30250"/>
            </a:xfrm>
            <a:custGeom>
              <a:avLst/>
              <a:gdLst/>
              <a:ahLst/>
              <a:cxnLst/>
              <a:rect l="l" t="t" r="r" b="b"/>
              <a:pathLst>
                <a:path w="19" h="1210" extrusionOk="0">
                  <a:moveTo>
                    <a:pt x="0" y="0"/>
                  </a:moveTo>
                  <a:lnTo>
                    <a:pt x="0" y="1210"/>
                  </a:lnTo>
                  <a:lnTo>
                    <a:pt x="19" y="1191"/>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8" name="Google Shape;538;p46"/>
            <p:cNvSpPr/>
            <p:nvPr/>
          </p:nvSpPr>
          <p:spPr>
            <a:xfrm>
              <a:off x="6104225" y="2047200"/>
              <a:ext cx="950" cy="29350"/>
            </a:xfrm>
            <a:custGeom>
              <a:avLst/>
              <a:gdLst/>
              <a:ahLst/>
              <a:cxnLst/>
              <a:rect l="l" t="t" r="r" b="b"/>
              <a:pathLst>
                <a:path w="38" h="1174" extrusionOk="0">
                  <a:moveTo>
                    <a:pt x="1" y="1"/>
                  </a:moveTo>
                  <a:lnTo>
                    <a:pt x="1" y="1173"/>
                  </a:lnTo>
                  <a:lnTo>
                    <a:pt x="38" y="1155"/>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9" name="Google Shape;539;p46"/>
            <p:cNvSpPr/>
            <p:nvPr/>
          </p:nvSpPr>
          <p:spPr>
            <a:xfrm>
              <a:off x="6105175" y="2047675"/>
              <a:ext cx="475" cy="28400"/>
            </a:xfrm>
            <a:custGeom>
              <a:avLst/>
              <a:gdLst/>
              <a:ahLst/>
              <a:cxnLst/>
              <a:rect l="l" t="t" r="r" b="b"/>
              <a:pathLst>
                <a:path w="19" h="1136" extrusionOk="0">
                  <a:moveTo>
                    <a:pt x="0" y="1"/>
                  </a:moveTo>
                  <a:lnTo>
                    <a:pt x="0" y="1136"/>
                  </a:lnTo>
                  <a:lnTo>
                    <a:pt x="19" y="1099"/>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0" name="Google Shape;540;p46"/>
            <p:cNvSpPr/>
            <p:nvPr/>
          </p:nvSpPr>
          <p:spPr>
            <a:xfrm>
              <a:off x="6105625" y="2048150"/>
              <a:ext cx="500" cy="27000"/>
            </a:xfrm>
            <a:custGeom>
              <a:avLst/>
              <a:gdLst/>
              <a:ahLst/>
              <a:cxnLst/>
              <a:rect l="l" t="t" r="r" b="b"/>
              <a:pathLst>
                <a:path w="20" h="1080" extrusionOk="0">
                  <a:moveTo>
                    <a:pt x="1" y="0"/>
                  </a:moveTo>
                  <a:lnTo>
                    <a:pt x="1" y="1080"/>
                  </a:lnTo>
                  <a:lnTo>
                    <a:pt x="19" y="1061"/>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1" name="Google Shape;541;p46"/>
            <p:cNvSpPr/>
            <p:nvPr/>
          </p:nvSpPr>
          <p:spPr>
            <a:xfrm>
              <a:off x="6106100" y="2048600"/>
              <a:ext cx="475" cy="26075"/>
            </a:xfrm>
            <a:custGeom>
              <a:avLst/>
              <a:gdLst/>
              <a:ahLst/>
              <a:cxnLst/>
              <a:rect l="l" t="t" r="r" b="b"/>
              <a:pathLst>
                <a:path w="19" h="1043" extrusionOk="0">
                  <a:moveTo>
                    <a:pt x="0" y="1"/>
                  </a:moveTo>
                  <a:lnTo>
                    <a:pt x="0" y="1043"/>
                  </a:lnTo>
                  <a:lnTo>
                    <a:pt x="19" y="1024"/>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2" name="Google Shape;542;p46"/>
            <p:cNvSpPr/>
            <p:nvPr/>
          </p:nvSpPr>
          <p:spPr>
            <a:xfrm>
              <a:off x="6106550" y="2049075"/>
              <a:ext cx="500" cy="25150"/>
            </a:xfrm>
            <a:custGeom>
              <a:avLst/>
              <a:gdLst/>
              <a:ahLst/>
              <a:cxnLst/>
              <a:rect l="l" t="t" r="r" b="b"/>
              <a:pathLst>
                <a:path w="20" h="1006" extrusionOk="0">
                  <a:moveTo>
                    <a:pt x="1" y="0"/>
                  </a:moveTo>
                  <a:lnTo>
                    <a:pt x="1" y="1005"/>
                  </a:lnTo>
                  <a:lnTo>
                    <a:pt x="19" y="987"/>
                  </a:lnTo>
                  <a:lnTo>
                    <a:pt x="19" y="38"/>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3" name="Google Shape;543;p46"/>
            <p:cNvSpPr/>
            <p:nvPr/>
          </p:nvSpPr>
          <p:spPr>
            <a:xfrm>
              <a:off x="6107025" y="2050000"/>
              <a:ext cx="500" cy="23750"/>
            </a:xfrm>
            <a:custGeom>
              <a:avLst/>
              <a:gdLst/>
              <a:ahLst/>
              <a:cxnLst/>
              <a:rect l="l" t="t" r="r" b="b"/>
              <a:pathLst>
                <a:path w="20" h="950" extrusionOk="0">
                  <a:moveTo>
                    <a:pt x="0" y="1"/>
                  </a:moveTo>
                  <a:lnTo>
                    <a:pt x="0" y="950"/>
                  </a:lnTo>
                  <a:lnTo>
                    <a:pt x="19" y="931"/>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4" name="Google Shape;544;p46"/>
            <p:cNvSpPr/>
            <p:nvPr/>
          </p:nvSpPr>
          <p:spPr>
            <a:xfrm>
              <a:off x="6107500" y="2050475"/>
              <a:ext cx="950" cy="22825"/>
            </a:xfrm>
            <a:custGeom>
              <a:avLst/>
              <a:gdLst/>
              <a:ahLst/>
              <a:cxnLst/>
              <a:rect l="l" t="t" r="r" b="b"/>
              <a:pathLst>
                <a:path w="38" h="913" extrusionOk="0">
                  <a:moveTo>
                    <a:pt x="0" y="0"/>
                  </a:moveTo>
                  <a:lnTo>
                    <a:pt x="0" y="912"/>
                  </a:lnTo>
                  <a:lnTo>
                    <a:pt x="37" y="893"/>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5" name="Google Shape;545;p46"/>
            <p:cNvSpPr/>
            <p:nvPr/>
          </p:nvSpPr>
          <p:spPr>
            <a:xfrm>
              <a:off x="6108425" y="2050925"/>
              <a:ext cx="475" cy="21900"/>
            </a:xfrm>
            <a:custGeom>
              <a:avLst/>
              <a:gdLst/>
              <a:ahLst/>
              <a:cxnLst/>
              <a:rect l="l" t="t" r="r" b="b"/>
              <a:pathLst>
                <a:path w="19" h="876" extrusionOk="0">
                  <a:moveTo>
                    <a:pt x="0" y="1"/>
                  </a:moveTo>
                  <a:lnTo>
                    <a:pt x="0" y="875"/>
                  </a:lnTo>
                  <a:lnTo>
                    <a:pt x="19" y="838"/>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6" name="Google Shape;546;p46"/>
            <p:cNvSpPr/>
            <p:nvPr/>
          </p:nvSpPr>
          <p:spPr>
            <a:xfrm>
              <a:off x="6108875" y="2051400"/>
              <a:ext cx="500" cy="20500"/>
            </a:xfrm>
            <a:custGeom>
              <a:avLst/>
              <a:gdLst/>
              <a:ahLst/>
              <a:cxnLst/>
              <a:rect l="l" t="t" r="r" b="b"/>
              <a:pathLst>
                <a:path w="20" h="820" extrusionOk="0">
                  <a:moveTo>
                    <a:pt x="1" y="0"/>
                  </a:moveTo>
                  <a:lnTo>
                    <a:pt x="1" y="819"/>
                  </a:lnTo>
                  <a:lnTo>
                    <a:pt x="20" y="80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7" name="Google Shape;547;p46"/>
            <p:cNvSpPr/>
            <p:nvPr/>
          </p:nvSpPr>
          <p:spPr>
            <a:xfrm>
              <a:off x="6109350" y="2051875"/>
              <a:ext cx="500" cy="19550"/>
            </a:xfrm>
            <a:custGeom>
              <a:avLst/>
              <a:gdLst/>
              <a:ahLst/>
              <a:cxnLst/>
              <a:rect l="l" t="t" r="r" b="b"/>
              <a:pathLst>
                <a:path w="20" h="782" extrusionOk="0">
                  <a:moveTo>
                    <a:pt x="1" y="0"/>
                  </a:moveTo>
                  <a:lnTo>
                    <a:pt x="1" y="782"/>
                  </a:lnTo>
                  <a:lnTo>
                    <a:pt x="19" y="76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8" name="Google Shape;548;p46"/>
            <p:cNvSpPr/>
            <p:nvPr/>
          </p:nvSpPr>
          <p:spPr>
            <a:xfrm>
              <a:off x="6109825" y="2052325"/>
              <a:ext cx="475" cy="18650"/>
            </a:xfrm>
            <a:custGeom>
              <a:avLst/>
              <a:gdLst/>
              <a:ahLst/>
              <a:cxnLst/>
              <a:rect l="l" t="t" r="r" b="b"/>
              <a:pathLst>
                <a:path w="19" h="746" extrusionOk="0">
                  <a:moveTo>
                    <a:pt x="0" y="1"/>
                  </a:moveTo>
                  <a:lnTo>
                    <a:pt x="0" y="745"/>
                  </a:lnTo>
                  <a:lnTo>
                    <a:pt x="19" y="72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9" name="Google Shape;549;p46"/>
            <p:cNvSpPr/>
            <p:nvPr/>
          </p:nvSpPr>
          <p:spPr>
            <a:xfrm>
              <a:off x="6110275" y="2053250"/>
              <a:ext cx="500" cy="17250"/>
            </a:xfrm>
            <a:custGeom>
              <a:avLst/>
              <a:gdLst/>
              <a:ahLst/>
              <a:cxnLst/>
              <a:rect l="l" t="t" r="r" b="b"/>
              <a:pathLst>
                <a:path w="20" h="690" extrusionOk="0">
                  <a:moveTo>
                    <a:pt x="1" y="1"/>
                  </a:moveTo>
                  <a:lnTo>
                    <a:pt x="1" y="689"/>
                  </a:lnTo>
                  <a:lnTo>
                    <a:pt x="19" y="67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0" name="Google Shape;550;p46"/>
            <p:cNvSpPr/>
            <p:nvPr/>
          </p:nvSpPr>
          <p:spPr>
            <a:xfrm>
              <a:off x="6110750" y="2053725"/>
              <a:ext cx="950" cy="16300"/>
            </a:xfrm>
            <a:custGeom>
              <a:avLst/>
              <a:gdLst/>
              <a:ahLst/>
              <a:cxnLst/>
              <a:rect l="l" t="t" r="r" b="b"/>
              <a:pathLst>
                <a:path w="38" h="652" extrusionOk="0">
                  <a:moveTo>
                    <a:pt x="0" y="0"/>
                  </a:moveTo>
                  <a:lnTo>
                    <a:pt x="0" y="652"/>
                  </a:lnTo>
                  <a:lnTo>
                    <a:pt x="38" y="633"/>
                  </a:lnTo>
                  <a:lnTo>
                    <a:pt x="38"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1" name="Google Shape;551;p46"/>
            <p:cNvSpPr/>
            <p:nvPr/>
          </p:nvSpPr>
          <p:spPr>
            <a:xfrm>
              <a:off x="6111675" y="2054200"/>
              <a:ext cx="500" cy="15375"/>
            </a:xfrm>
            <a:custGeom>
              <a:avLst/>
              <a:gdLst/>
              <a:ahLst/>
              <a:cxnLst/>
              <a:rect l="l" t="t" r="r" b="b"/>
              <a:pathLst>
                <a:path w="20" h="615" extrusionOk="0">
                  <a:moveTo>
                    <a:pt x="1" y="0"/>
                  </a:moveTo>
                  <a:lnTo>
                    <a:pt x="1" y="614"/>
                  </a:lnTo>
                  <a:lnTo>
                    <a:pt x="19" y="57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2" name="Google Shape;552;p46"/>
            <p:cNvSpPr/>
            <p:nvPr/>
          </p:nvSpPr>
          <p:spPr>
            <a:xfrm>
              <a:off x="6112150" y="2054650"/>
              <a:ext cx="475" cy="13975"/>
            </a:xfrm>
            <a:custGeom>
              <a:avLst/>
              <a:gdLst/>
              <a:ahLst/>
              <a:cxnLst/>
              <a:rect l="l" t="t" r="r" b="b"/>
              <a:pathLst>
                <a:path w="19" h="559" extrusionOk="0">
                  <a:moveTo>
                    <a:pt x="0" y="1"/>
                  </a:moveTo>
                  <a:lnTo>
                    <a:pt x="0" y="559"/>
                  </a:lnTo>
                  <a:lnTo>
                    <a:pt x="19" y="54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3" name="Google Shape;553;p46"/>
            <p:cNvSpPr/>
            <p:nvPr/>
          </p:nvSpPr>
          <p:spPr>
            <a:xfrm>
              <a:off x="6112600" y="2055125"/>
              <a:ext cx="500" cy="13050"/>
            </a:xfrm>
            <a:custGeom>
              <a:avLst/>
              <a:gdLst/>
              <a:ahLst/>
              <a:cxnLst/>
              <a:rect l="l" t="t" r="r" b="b"/>
              <a:pathLst>
                <a:path w="20" h="522" extrusionOk="0">
                  <a:moveTo>
                    <a:pt x="1" y="0"/>
                  </a:moveTo>
                  <a:lnTo>
                    <a:pt x="1" y="521"/>
                  </a:lnTo>
                  <a:lnTo>
                    <a:pt x="19" y="5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4" name="Google Shape;554;p46"/>
            <p:cNvSpPr/>
            <p:nvPr/>
          </p:nvSpPr>
          <p:spPr>
            <a:xfrm>
              <a:off x="6113075" y="2055575"/>
              <a:ext cx="475" cy="12125"/>
            </a:xfrm>
            <a:custGeom>
              <a:avLst/>
              <a:gdLst/>
              <a:ahLst/>
              <a:cxnLst/>
              <a:rect l="l" t="t" r="r" b="b"/>
              <a:pathLst>
                <a:path w="19" h="485" extrusionOk="0">
                  <a:moveTo>
                    <a:pt x="0" y="1"/>
                  </a:moveTo>
                  <a:lnTo>
                    <a:pt x="0" y="485"/>
                  </a:lnTo>
                  <a:lnTo>
                    <a:pt x="19" y="46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5" name="Google Shape;555;p46"/>
            <p:cNvSpPr/>
            <p:nvPr/>
          </p:nvSpPr>
          <p:spPr>
            <a:xfrm>
              <a:off x="6113550" y="2056525"/>
              <a:ext cx="475" cy="10725"/>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6" name="Google Shape;556;p46"/>
            <p:cNvSpPr/>
            <p:nvPr/>
          </p:nvSpPr>
          <p:spPr>
            <a:xfrm>
              <a:off x="6114000" y="2056975"/>
              <a:ext cx="950" cy="9800"/>
            </a:xfrm>
            <a:custGeom>
              <a:avLst/>
              <a:gdLst/>
              <a:ahLst/>
              <a:cxnLst/>
              <a:rect l="l" t="t" r="r" b="b"/>
              <a:pathLst>
                <a:path w="38" h="392" extrusionOk="0">
                  <a:moveTo>
                    <a:pt x="1" y="1"/>
                  </a:moveTo>
                  <a:lnTo>
                    <a:pt x="1" y="392"/>
                  </a:lnTo>
                  <a:lnTo>
                    <a:pt x="38" y="373"/>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7" name="Google Shape;557;p46"/>
            <p:cNvSpPr/>
            <p:nvPr/>
          </p:nvSpPr>
          <p:spPr>
            <a:xfrm>
              <a:off x="6114925" y="2057450"/>
              <a:ext cx="500" cy="8850"/>
            </a:xfrm>
            <a:custGeom>
              <a:avLst/>
              <a:gdLst/>
              <a:ahLst/>
              <a:cxnLst/>
              <a:rect l="l" t="t" r="r" b="b"/>
              <a:pathLst>
                <a:path w="20" h="354" extrusionOk="0">
                  <a:moveTo>
                    <a:pt x="1" y="0"/>
                  </a:moveTo>
                  <a:lnTo>
                    <a:pt x="1" y="354"/>
                  </a:lnTo>
                  <a:lnTo>
                    <a:pt x="19" y="31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8" name="Google Shape;558;p46"/>
            <p:cNvSpPr/>
            <p:nvPr/>
          </p:nvSpPr>
          <p:spPr>
            <a:xfrm>
              <a:off x="6115400" y="2057900"/>
              <a:ext cx="500" cy="7475"/>
            </a:xfrm>
            <a:custGeom>
              <a:avLst/>
              <a:gdLst/>
              <a:ahLst/>
              <a:cxnLst/>
              <a:rect l="l" t="t" r="r" b="b"/>
              <a:pathLst>
                <a:path w="20" h="299" extrusionOk="0">
                  <a:moveTo>
                    <a:pt x="0" y="1"/>
                  </a:moveTo>
                  <a:lnTo>
                    <a:pt x="0" y="299"/>
                  </a:lnTo>
                  <a:lnTo>
                    <a:pt x="19" y="28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9" name="Google Shape;559;p46"/>
            <p:cNvSpPr/>
            <p:nvPr/>
          </p:nvSpPr>
          <p:spPr>
            <a:xfrm>
              <a:off x="6115875" y="2058375"/>
              <a:ext cx="475" cy="6550"/>
            </a:xfrm>
            <a:custGeom>
              <a:avLst/>
              <a:gdLst/>
              <a:ahLst/>
              <a:cxnLst/>
              <a:rect l="l" t="t" r="r" b="b"/>
              <a:pathLst>
                <a:path w="19" h="262" extrusionOk="0">
                  <a:moveTo>
                    <a:pt x="0" y="1"/>
                  </a:moveTo>
                  <a:lnTo>
                    <a:pt x="0" y="261"/>
                  </a:lnTo>
                  <a:lnTo>
                    <a:pt x="19" y="24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0" name="Google Shape;560;p46"/>
            <p:cNvSpPr/>
            <p:nvPr/>
          </p:nvSpPr>
          <p:spPr>
            <a:xfrm>
              <a:off x="6116325" y="2058850"/>
              <a:ext cx="500" cy="5600"/>
            </a:xfrm>
            <a:custGeom>
              <a:avLst/>
              <a:gdLst/>
              <a:ahLst/>
              <a:cxnLst/>
              <a:rect l="l" t="t" r="r" b="b"/>
              <a:pathLst>
                <a:path w="20" h="224" extrusionOk="0">
                  <a:moveTo>
                    <a:pt x="1" y="0"/>
                  </a:moveTo>
                  <a:lnTo>
                    <a:pt x="1" y="223"/>
                  </a:lnTo>
                  <a:lnTo>
                    <a:pt x="19" y="205"/>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1" name="Google Shape;561;p46"/>
            <p:cNvSpPr/>
            <p:nvPr/>
          </p:nvSpPr>
          <p:spPr>
            <a:xfrm>
              <a:off x="6116800" y="2059775"/>
              <a:ext cx="475" cy="4200"/>
            </a:xfrm>
            <a:custGeom>
              <a:avLst/>
              <a:gdLst/>
              <a:ahLst/>
              <a:cxnLst/>
              <a:rect l="l" t="t" r="r" b="b"/>
              <a:pathLst>
                <a:path w="19" h="168" extrusionOk="0">
                  <a:moveTo>
                    <a:pt x="0" y="0"/>
                  </a:moveTo>
                  <a:lnTo>
                    <a:pt x="0" y="168"/>
                  </a:lnTo>
                  <a:lnTo>
                    <a:pt x="19" y="149"/>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2" name="Google Shape;562;p46"/>
            <p:cNvSpPr/>
            <p:nvPr/>
          </p:nvSpPr>
          <p:spPr>
            <a:xfrm>
              <a:off x="6117250" y="2060225"/>
              <a:ext cx="975" cy="3300"/>
            </a:xfrm>
            <a:custGeom>
              <a:avLst/>
              <a:gdLst/>
              <a:ahLst/>
              <a:cxnLst/>
              <a:rect l="l" t="t" r="r" b="b"/>
              <a:pathLst>
                <a:path w="39" h="132" extrusionOk="0">
                  <a:moveTo>
                    <a:pt x="1" y="1"/>
                  </a:moveTo>
                  <a:lnTo>
                    <a:pt x="1" y="131"/>
                  </a:lnTo>
                  <a:lnTo>
                    <a:pt x="38" y="113"/>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3" name="Google Shape;563;p46"/>
            <p:cNvSpPr/>
            <p:nvPr/>
          </p:nvSpPr>
          <p:spPr>
            <a:xfrm>
              <a:off x="6118200" y="2060700"/>
              <a:ext cx="475" cy="2350"/>
            </a:xfrm>
            <a:custGeom>
              <a:avLst/>
              <a:gdLst/>
              <a:ahLst/>
              <a:cxnLst/>
              <a:rect l="l" t="t" r="r" b="b"/>
              <a:pathLst>
                <a:path w="19" h="94" extrusionOk="0">
                  <a:moveTo>
                    <a:pt x="0" y="1"/>
                  </a:moveTo>
                  <a:lnTo>
                    <a:pt x="0" y="94"/>
                  </a:lnTo>
                  <a:lnTo>
                    <a:pt x="19" y="5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4" name="Google Shape;564;p46"/>
            <p:cNvSpPr/>
            <p:nvPr/>
          </p:nvSpPr>
          <p:spPr>
            <a:xfrm>
              <a:off x="6118650" y="2061175"/>
              <a:ext cx="500" cy="950"/>
            </a:xfrm>
            <a:custGeom>
              <a:avLst/>
              <a:gdLst/>
              <a:ahLst/>
              <a:cxnLst/>
              <a:rect l="l" t="t" r="r" b="b"/>
              <a:pathLst>
                <a:path w="20" h="38" extrusionOk="0">
                  <a:moveTo>
                    <a:pt x="1" y="0"/>
                  </a:moveTo>
                  <a:lnTo>
                    <a:pt x="1" y="3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5" name="Google Shape;565;p46"/>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66" name="Google Shape;566;p46"/>
          <p:cNvGrpSpPr/>
          <p:nvPr/>
        </p:nvGrpSpPr>
        <p:grpSpPr>
          <a:xfrm>
            <a:off x="1147477" y="2947974"/>
            <a:ext cx="2872292" cy="2378232"/>
            <a:chOff x="2210400" y="2558550"/>
            <a:chExt cx="971025" cy="804000"/>
          </a:xfrm>
        </p:grpSpPr>
        <p:sp>
          <p:nvSpPr>
            <p:cNvPr id="567" name="Google Shape;567;p46"/>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8" name="Google Shape;568;p46"/>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9" name="Google Shape;569;p46"/>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0" name="Google Shape;570;p46"/>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1" name="Google Shape;571;p46"/>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2" name="Google Shape;572;p46"/>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3" name="Google Shape;573;p46"/>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4" name="Google Shape;574;p46"/>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75" name="Google Shape;575;p46"/>
          <p:cNvGrpSpPr/>
          <p:nvPr/>
        </p:nvGrpSpPr>
        <p:grpSpPr>
          <a:xfrm>
            <a:off x="1392756" y="169091"/>
            <a:ext cx="849275" cy="848250"/>
            <a:chOff x="2651171" y="2397773"/>
            <a:chExt cx="2099568" cy="2097033"/>
          </a:xfrm>
        </p:grpSpPr>
        <p:sp>
          <p:nvSpPr>
            <p:cNvPr id="576" name="Google Shape;576;p46"/>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solidFill>
              <a:srgbClr val="00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7" name="Google Shape;577;p46"/>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solidFill>
              <a:srgbClr val="00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78"/>
        <p:cNvGrpSpPr/>
        <p:nvPr/>
      </p:nvGrpSpPr>
      <p:grpSpPr>
        <a:xfrm>
          <a:off x="0" y="0"/>
          <a:ext cx="0" cy="0"/>
          <a:chOff x="0" y="0"/>
          <a:chExt cx="0" cy="0"/>
        </a:xfrm>
      </p:grpSpPr>
      <p:sp>
        <p:nvSpPr>
          <p:cNvPr id="579" name="Google Shape;579;p47"/>
          <p:cNvSpPr txBox="1">
            <a:spLocks noGrp="1"/>
          </p:cNvSpPr>
          <p:nvPr>
            <p:ph type="title"/>
          </p:nvPr>
        </p:nvSpPr>
        <p:spPr>
          <a:xfrm>
            <a:off x="732275" y="1210763"/>
            <a:ext cx="5067900" cy="1298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4200"/>
              <a:buNone/>
              <a:defRPr sz="40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80" name="Google Shape;580;p47"/>
          <p:cNvSpPr txBox="1">
            <a:spLocks noGrp="1"/>
          </p:cNvSpPr>
          <p:nvPr>
            <p:ph type="subTitle" idx="1"/>
          </p:nvPr>
        </p:nvSpPr>
        <p:spPr>
          <a:xfrm>
            <a:off x="713225" y="2567813"/>
            <a:ext cx="5106000" cy="1472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grpSp>
        <p:nvGrpSpPr>
          <p:cNvPr id="581" name="Google Shape;581;p47"/>
          <p:cNvGrpSpPr/>
          <p:nvPr/>
        </p:nvGrpSpPr>
        <p:grpSpPr>
          <a:xfrm>
            <a:off x="7407435" y="2879891"/>
            <a:ext cx="849275" cy="848250"/>
            <a:chOff x="8751122" y="1283566"/>
            <a:chExt cx="849275" cy="848250"/>
          </a:xfrm>
        </p:grpSpPr>
        <p:sp>
          <p:nvSpPr>
            <p:cNvPr id="582" name="Google Shape;582;p47"/>
            <p:cNvSpPr/>
            <p:nvPr/>
          </p:nvSpPr>
          <p:spPr>
            <a:xfrm flipH="1">
              <a:off x="8763662" y="12958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83" name="Google Shape;583;p47"/>
            <p:cNvGrpSpPr/>
            <p:nvPr/>
          </p:nvGrpSpPr>
          <p:grpSpPr>
            <a:xfrm flipH="1">
              <a:off x="8751122" y="1283566"/>
              <a:ext cx="849275" cy="848250"/>
              <a:chOff x="2651171" y="2397773"/>
              <a:chExt cx="2099568" cy="2097033"/>
            </a:xfrm>
          </p:grpSpPr>
          <p:sp>
            <p:nvSpPr>
              <p:cNvPr id="584" name="Google Shape;584;p47"/>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5" name="Google Shape;585;p47"/>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586" name="Google Shape;586;p47"/>
          <p:cNvGrpSpPr/>
          <p:nvPr/>
        </p:nvGrpSpPr>
        <p:grpSpPr>
          <a:xfrm flipH="1">
            <a:off x="5896360" y="1526509"/>
            <a:ext cx="4030417" cy="3337154"/>
            <a:chOff x="3573297" y="232872"/>
            <a:chExt cx="5470164" cy="4529254"/>
          </a:xfrm>
        </p:grpSpPr>
        <p:sp>
          <p:nvSpPr>
            <p:cNvPr id="587" name="Google Shape;587;p47"/>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8" name="Google Shape;588;p47"/>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9" name="Google Shape;589;p47"/>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0" name="Google Shape;590;p47"/>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1" name="Google Shape;591;p47"/>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2" name="Google Shape;592;p47"/>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3" name="Google Shape;593;p47"/>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4" name="Google Shape;594;p47"/>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95" name="Google Shape;595;p47"/>
          <p:cNvGrpSpPr/>
          <p:nvPr/>
        </p:nvGrpSpPr>
        <p:grpSpPr>
          <a:xfrm flipH="1">
            <a:off x="6009660" y="227499"/>
            <a:ext cx="2872292" cy="2378232"/>
            <a:chOff x="2210400" y="2558550"/>
            <a:chExt cx="971025" cy="804000"/>
          </a:xfrm>
        </p:grpSpPr>
        <p:sp>
          <p:nvSpPr>
            <p:cNvPr id="596" name="Google Shape;596;p47"/>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7" name="Google Shape;597;p47"/>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8" name="Google Shape;598;p47"/>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9" name="Google Shape;599;p47"/>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0" name="Google Shape;600;p47"/>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1" name="Google Shape;601;p47"/>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2" name="Google Shape;602;p47"/>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3" name="Google Shape;603;p47"/>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04" name="Google Shape;604;p47"/>
          <p:cNvGrpSpPr/>
          <p:nvPr/>
        </p:nvGrpSpPr>
        <p:grpSpPr>
          <a:xfrm flipH="1">
            <a:off x="7973021" y="1064981"/>
            <a:ext cx="849356" cy="703259"/>
            <a:chOff x="2210400" y="2558550"/>
            <a:chExt cx="971025" cy="804000"/>
          </a:xfrm>
        </p:grpSpPr>
        <p:sp>
          <p:nvSpPr>
            <p:cNvPr id="605" name="Google Shape;605;p47"/>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6" name="Google Shape;606;p47"/>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7" name="Google Shape;607;p47"/>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8" name="Google Shape;608;p47"/>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9" name="Google Shape;609;p47"/>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0" name="Google Shape;610;p47"/>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1" name="Google Shape;611;p47"/>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2" name="Google Shape;612;p47"/>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13" name="Google Shape;613;p47"/>
          <p:cNvGrpSpPr/>
          <p:nvPr/>
        </p:nvGrpSpPr>
        <p:grpSpPr>
          <a:xfrm>
            <a:off x="8979722" y="1283566"/>
            <a:ext cx="849275" cy="848250"/>
            <a:chOff x="8751122" y="1283566"/>
            <a:chExt cx="849275" cy="848250"/>
          </a:xfrm>
        </p:grpSpPr>
        <p:sp>
          <p:nvSpPr>
            <p:cNvPr id="614" name="Google Shape;614;p47"/>
            <p:cNvSpPr/>
            <p:nvPr/>
          </p:nvSpPr>
          <p:spPr>
            <a:xfrm flipH="1">
              <a:off x="8763662" y="12958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5" name="Google Shape;615;p47"/>
            <p:cNvGrpSpPr/>
            <p:nvPr/>
          </p:nvGrpSpPr>
          <p:grpSpPr>
            <a:xfrm flipH="1">
              <a:off x="8751122" y="1283566"/>
              <a:ext cx="849275" cy="848250"/>
              <a:chOff x="2651171" y="2397773"/>
              <a:chExt cx="2099568" cy="2097033"/>
            </a:xfrm>
          </p:grpSpPr>
          <p:sp>
            <p:nvSpPr>
              <p:cNvPr id="616" name="Google Shape;616;p47"/>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7" name="Google Shape;617;p47"/>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618" name="Google Shape;618;p47"/>
          <p:cNvSpPr/>
          <p:nvPr/>
        </p:nvSpPr>
        <p:spPr>
          <a:xfrm flipH="1">
            <a:off x="6112238" y="3643059"/>
            <a:ext cx="1284330" cy="1284330"/>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619"/>
        <p:cNvGrpSpPr/>
        <p:nvPr/>
      </p:nvGrpSpPr>
      <p:grpSpPr>
        <a:xfrm>
          <a:off x="0" y="0"/>
          <a:ext cx="0" cy="0"/>
          <a:chOff x="0" y="0"/>
          <a:chExt cx="0" cy="0"/>
        </a:xfrm>
      </p:grpSpPr>
      <p:sp>
        <p:nvSpPr>
          <p:cNvPr id="620" name="Google Shape;620;p48"/>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300"/>
              <a:buNone/>
              <a:defRPr/>
            </a:lvl1pPr>
            <a:lvl2pPr lvl="1" algn="l">
              <a:lnSpc>
                <a:spcPct val="100000"/>
              </a:lnSpc>
              <a:spcBef>
                <a:spcPts val="0"/>
              </a:spcBef>
              <a:spcAft>
                <a:spcPts val="0"/>
              </a:spcAft>
              <a:buSzPts val="3300"/>
              <a:buNone/>
              <a:defRPr/>
            </a:lvl2pPr>
            <a:lvl3pPr lvl="2" algn="l">
              <a:lnSpc>
                <a:spcPct val="100000"/>
              </a:lnSpc>
              <a:spcBef>
                <a:spcPts val="0"/>
              </a:spcBef>
              <a:spcAft>
                <a:spcPts val="0"/>
              </a:spcAft>
              <a:buSzPts val="3300"/>
              <a:buNone/>
              <a:defRPr/>
            </a:lvl3pPr>
            <a:lvl4pPr lvl="3" algn="l">
              <a:lnSpc>
                <a:spcPct val="100000"/>
              </a:lnSpc>
              <a:spcBef>
                <a:spcPts val="0"/>
              </a:spcBef>
              <a:spcAft>
                <a:spcPts val="0"/>
              </a:spcAft>
              <a:buSzPts val="3300"/>
              <a:buNone/>
              <a:defRPr/>
            </a:lvl4pPr>
            <a:lvl5pPr lvl="4" algn="l">
              <a:lnSpc>
                <a:spcPct val="100000"/>
              </a:lnSpc>
              <a:spcBef>
                <a:spcPts val="0"/>
              </a:spcBef>
              <a:spcAft>
                <a:spcPts val="0"/>
              </a:spcAft>
              <a:buSzPts val="3300"/>
              <a:buNone/>
              <a:defRPr/>
            </a:lvl5pPr>
            <a:lvl6pPr lvl="5" algn="l">
              <a:lnSpc>
                <a:spcPct val="100000"/>
              </a:lnSpc>
              <a:spcBef>
                <a:spcPts val="0"/>
              </a:spcBef>
              <a:spcAft>
                <a:spcPts val="0"/>
              </a:spcAft>
              <a:buSzPts val="3300"/>
              <a:buNone/>
              <a:defRPr/>
            </a:lvl6pPr>
            <a:lvl7pPr lvl="6" algn="l">
              <a:lnSpc>
                <a:spcPct val="100000"/>
              </a:lnSpc>
              <a:spcBef>
                <a:spcPts val="0"/>
              </a:spcBef>
              <a:spcAft>
                <a:spcPts val="0"/>
              </a:spcAft>
              <a:buSzPts val="3300"/>
              <a:buNone/>
              <a:defRPr/>
            </a:lvl7pPr>
            <a:lvl8pPr lvl="7" algn="l">
              <a:lnSpc>
                <a:spcPct val="100000"/>
              </a:lnSpc>
              <a:spcBef>
                <a:spcPts val="0"/>
              </a:spcBef>
              <a:spcAft>
                <a:spcPts val="0"/>
              </a:spcAft>
              <a:buSzPts val="3300"/>
              <a:buNone/>
              <a:defRPr/>
            </a:lvl8pPr>
            <a:lvl9pPr lvl="8" algn="l">
              <a:lnSpc>
                <a:spcPct val="100000"/>
              </a:lnSpc>
              <a:spcBef>
                <a:spcPts val="0"/>
              </a:spcBef>
              <a:spcAft>
                <a:spcPts val="0"/>
              </a:spcAft>
              <a:buSzPts val="3300"/>
              <a:buNone/>
              <a:defRPr/>
            </a:lvl9pPr>
          </a:lstStyle>
          <a:p>
            <a:endParaRPr/>
          </a:p>
        </p:txBody>
      </p:sp>
      <p:grpSp>
        <p:nvGrpSpPr>
          <p:cNvPr id="621" name="Google Shape;621;p48"/>
          <p:cNvGrpSpPr/>
          <p:nvPr/>
        </p:nvGrpSpPr>
        <p:grpSpPr>
          <a:xfrm>
            <a:off x="-1552190" y="1537709"/>
            <a:ext cx="4779359" cy="3901002"/>
            <a:chOff x="2556818" y="232872"/>
            <a:chExt cx="6486643" cy="5294519"/>
          </a:xfrm>
        </p:grpSpPr>
        <p:sp>
          <p:nvSpPr>
            <p:cNvPr id="622" name="Google Shape;622;p48"/>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3" name="Google Shape;623;p48"/>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4" name="Google Shape;624;p48"/>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5" name="Google Shape;625;p48"/>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6" name="Google Shape;626;p48"/>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7" name="Google Shape;627;p48"/>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8" name="Google Shape;628;p48"/>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9" name="Google Shape;629;p48"/>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0" name="Google Shape;630;p48"/>
            <p:cNvSpPr/>
            <p:nvPr/>
          </p:nvSpPr>
          <p:spPr>
            <a:xfrm>
              <a:off x="7064427" y="2439737"/>
              <a:ext cx="2817" cy="8028"/>
            </a:xfrm>
            <a:custGeom>
              <a:avLst/>
              <a:gdLst/>
              <a:ahLst/>
              <a:cxnLst/>
              <a:rect l="l" t="t" r="r" b="b"/>
              <a:pathLst>
                <a:path w="20" h="57" extrusionOk="0">
                  <a:moveTo>
                    <a:pt x="19" y="0"/>
                  </a:moveTo>
                  <a:lnTo>
                    <a:pt x="1" y="19"/>
                  </a:lnTo>
                  <a:lnTo>
                    <a:pt x="19" y="5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1" name="Google Shape;631;p48"/>
            <p:cNvSpPr/>
            <p:nvPr/>
          </p:nvSpPr>
          <p:spPr>
            <a:xfrm>
              <a:off x="7067102" y="2437061"/>
              <a:ext cx="5352" cy="13238"/>
            </a:xfrm>
            <a:custGeom>
              <a:avLst/>
              <a:gdLst/>
              <a:ahLst/>
              <a:cxnLst/>
              <a:rect l="l" t="t" r="r" b="b"/>
              <a:pathLst>
                <a:path w="38" h="94" extrusionOk="0">
                  <a:moveTo>
                    <a:pt x="38" y="1"/>
                  </a:moveTo>
                  <a:lnTo>
                    <a:pt x="0" y="19"/>
                  </a:lnTo>
                  <a:lnTo>
                    <a:pt x="0" y="75"/>
                  </a:lnTo>
                  <a:lnTo>
                    <a:pt x="38" y="9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2" name="Google Shape;632;p48"/>
            <p:cNvSpPr/>
            <p:nvPr/>
          </p:nvSpPr>
          <p:spPr>
            <a:xfrm>
              <a:off x="7072313" y="2434526"/>
              <a:ext cx="2817" cy="18449"/>
            </a:xfrm>
            <a:custGeom>
              <a:avLst/>
              <a:gdLst/>
              <a:ahLst/>
              <a:cxnLst/>
              <a:rect l="l" t="t" r="r" b="b"/>
              <a:pathLst>
                <a:path w="20" h="131" extrusionOk="0">
                  <a:moveTo>
                    <a:pt x="19" y="0"/>
                  </a:moveTo>
                  <a:lnTo>
                    <a:pt x="1" y="19"/>
                  </a:lnTo>
                  <a:lnTo>
                    <a:pt x="1" y="112"/>
                  </a:lnTo>
                  <a:lnTo>
                    <a:pt x="19" y="13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3" name="Google Shape;633;p48"/>
            <p:cNvSpPr/>
            <p:nvPr/>
          </p:nvSpPr>
          <p:spPr>
            <a:xfrm>
              <a:off x="7074989" y="2431850"/>
              <a:ext cx="2676" cy="23801"/>
            </a:xfrm>
            <a:custGeom>
              <a:avLst/>
              <a:gdLst/>
              <a:ahLst/>
              <a:cxnLst/>
              <a:rect l="l" t="t" r="r" b="b"/>
              <a:pathLst>
                <a:path w="19" h="169" extrusionOk="0">
                  <a:moveTo>
                    <a:pt x="19" y="1"/>
                  </a:moveTo>
                  <a:lnTo>
                    <a:pt x="0" y="19"/>
                  </a:lnTo>
                  <a:lnTo>
                    <a:pt x="0" y="149"/>
                  </a:lnTo>
                  <a:lnTo>
                    <a:pt x="19" y="16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4" name="Google Shape;634;p48"/>
            <p:cNvSpPr/>
            <p:nvPr/>
          </p:nvSpPr>
          <p:spPr>
            <a:xfrm>
              <a:off x="7077524" y="2429174"/>
              <a:ext cx="2817" cy="29012"/>
            </a:xfrm>
            <a:custGeom>
              <a:avLst/>
              <a:gdLst/>
              <a:ahLst/>
              <a:cxnLst/>
              <a:rect l="l" t="t" r="r" b="b"/>
              <a:pathLst>
                <a:path w="20" h="206" extrusionOk="0">
                  <a:moveTo>
                    <a:pt x="19" y="1"/>
                  </a:moveTo>
                  <a:lnTo>
                    <a:pt x="1" y="20"/>
                  </a:lnTo>
                  <a:lnTo>
                    <a:pt x="1" y="187"/>
                  </a:lnTo>
                  <a:lnTo>
                    <a:pt x="19" y="20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5" name="Google Shape;635;p48"/>
            <p:cNvSpPr/>
            <p:nvPr/>
          </p:nvSpPr>
          <p:spPr>
            <a:xfrm>
              <a:off x="7080200" y="2423963"/>
              <a:ext cx="2676" cy="36899"/>
            </a:xfrm>
            <a:custGeom>
              <a:avLst/>
              <a:gdLst/>
              <a:ahLst/>
              <a:cxnLst/>
              <a:rect l="l" t="t" r="r" b="b"/>
              <a:pathLst>
                <a:path w="19" h="262" extrusionOk="0">
                  <a:moveTo>
                    <a:pt x="19" y="1"/>
                  </a:moveTo>
                  <a:lnTo>
                    <a:pt x="0" y="38"/>
                  </a:lnTo>
                  <a:lnTo>
                    <a:pt x="0" y="243"/>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6" name="Google Shape;636;p48"/>
            <p:cNvSpPr/>
            <p:nvPr/>
          </p:nvSpPr>
          <p:spPr>
            <a:xfrm>
              <a:off x="7082735" y="2421428"/>
              <a:ext cx="2817" cy="44645"/>
            </a:xfrm>
            <a:custGeom>
              <a:avLst/>
              <a:gdLst/>
              <a:ahLst/>
              <a:cxnLst/>
              <a:rect l="l" t="t" r="r" b="b"/>
              <a:pathLst>
                <a:path w="20" h="317" extrusionOk="0">
                  <a:moveTo>
                    <a:pt x="20" y="0"/>
                  </a:moveTo>
                  <a:lnTo>
                    <a:pt x="1" y="19"/>
                  </a:lnTo>
                  <a:lnTo>
                    <a:pt x="1" y="279"/>
                  </a:lnTo>
                  <a:lnTo>
                    <a:pt x="20" y="31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7" name="Google Shape;637;p48"/>
            <p:cNvSpPr/>
            <p:nvPr/>
          </p:nvSpPr>
          <p:spPr>
            <a:xfrm>
              <a:off x="7085411" y="2418752"/>
              <a:ext cx="5352" cy="49996"/>
            </a:xfrm>
            <a:custGeom>
              <a:avLst/>
              <a:gdLst/>
              <a:ahLst/>
              <a:cxnLst/>
              <a:rect l="l" t="t" r="r" b="b"/>
              <a:pathLst>
                <a:path w="38" h="355" extrusionOk="0">
                  <a:moveTo>
                    <a:pt x="38" y="0"/>
                  </a:moveTo>
                  <a:lnTo>
                    <a:pt x="1" y="19"/>
                  </a:lnTo>
                  <a:lnTo>
                    <a:pt x="1" y="335"/>
                  </a:lnTo>
                  <a:lnTo>
                    <a:pt x="38" y="35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8" name="Google Shape;638;p48"/>
            <p:cNvSpPr/>
            <p:nvPr/>
          </p:nvSpPr>
          <p:spPr>
            <a:xfrm>
              <a:off x="7090622" y="2416076"/>
              <a:ext cx="2817" cy="55207"/>
            </a:xfrm>
            <a:custGeom>
              <a:avLst/>
              <a:gdLst/>
              <a:ahLst/>
              <a:cxnLst/>
              <a:rect l="l" t="t" r="r" b="b"/>
              <a:pathLst>
                <a:path w="20" h="392" extrusionOk="0">
                  <a:moveTo>
                    <a:pt x="19" y="1"/>
                  </a:moveTo>
                  <a:lnTo>
                    <a:pt x="1" y="19"/>
                  </a:lnTo>
                  <a:lnTo>
                    <a:pt x="1" y="373"/>
                  </a:lnTo>
                  <a:lnTo>
                    <a:pt x="19" y="39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9" name="Google Shape;639;p48"/>
            <p:cNvSpPr/>
            <p:nvPr/>
          </p:nvSpPr>
          <p:spPr>
            <a:xfrm>
              <a:off x="7093298" y="2413541"/>
              <a:ext cx="2817" cy="60418"/>
            </a:xfrm>
            <a:custGeom>
              <a:avLst/>
              <a:gdLst/>
              <a:ahLst/>
              <a:cxnLst/>
              <a:rect l="l" t="t" r="r" b="b"/>
              <a:pathLst>
                <a:path w="20" h="429" extrusionOk="0">
                  <a:moveTo>
                    <a:pt x="19" y="0"/>
                  </a:moveTo>
                  <a:lnTo>
                    <a:pt x="0" y="19"/>
                  </a:lnTo>
                  <a:lnTo>
                    <a:pt x="0"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0" name="Google Shape;640;p48"/>
            <p:cNvSpPr/>
            <p:nvPr/>
          </p:nvSpPr>
          <p:spPr>
            <a:xfrm>
              <a:off x="7095973" y="2410866"/>
              <a:ext cx="2676" cy="65629"/>
            </a:xfrm>
            <a:custGeom>
              <a:avLst/>
              <a:gdLst/>
              <a:ahLst/>
              <a:cxnLst/>
              <a:rect l="l" t="t" r="r" b="b"/>
              <a:pathLst>
                <a:path w="19" h="466" extrusionOk="0">
                  <a:moveTo>
                    <a:pt x="19" y="1"/>
                  </a:moveTo>
                  <a:lnTo>
                    <a:pt x="0" y="19"/>
                  </a:lnTo>
                  <a:lnTo>
                    <a:pt x="0" y="447"/>
                  </a:lnTo>
                  <a:lnTo>
                    <a:pt x="19" y="46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1" name="Google Shape;641;p48"/>
            <p:cNvSpPr/>
            <p:nvPr/>
          </p:nvSpPr>
          <p:spPr>
            <a:xfrm>
              <a:off x="7098508" y="2405655"/>
              <a:ext cx="2817" cy="73516"/>
            </a:xfrm>
            <a:custGeom>
              <a:avLst/>
              <a:gdLst/>
              <a:ahLst/>
              <a:cxnLst/>
              <a:rect l="l" t="t" r="r" b="b"/>
              <a:pathLst>
                <a:path w="20" h="522" extrusionOk="0">
                  <a:moveTo>
                    <a:pt x="19" y="0"/>
                  </a:moveTo>
                  <a:lnTo>
                    <a:pt x="1" y="38"/>
                  </a:lnTo>
                  <a:lnTo>
                    <a:pt x="1" y="503"/>
                  </a:lnTo>
                  <a:lnTo>
                    <a:pt x="19" y="5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2" name="Google Shape;642;p48"/>
            <p:cNvSpPr/>
            <p:nvPr/>
          </p:nvSpPr>
          <p:spPr>
            <a:xfrm>
              <a:off x="7101184" y="2402979"/>
              <a:ext cx="2676" cy="81403"/>
            </a:xfrm>
            <a:custGeom>
              <a:avLst/>
              <a:gdLst/>
              <a:ahLst/>
              <a:cxnLst/>
              <a:rect l="l" t="t" r="r" b="b"/>
              <a:pathLst>
                <a:path w="19" h="578" extrusionOk="0">
                  <a:moveTo>
                    <a:pt x="19" y="1"/>
                  </a:moveTo>
                  <a:lnTo>
                    <a:pt x="0" y="19"/>
                  </a:lnTo>
                  <a:lnTo>
                    <a:pt x="0" y="541"/>
                  </a:lnTo>
                  <a:lnTo>
                    <a:pt x="19" y="57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3" name="Google Shape;643;p48"/>
            <p:cNvSpPr/>
            <p:nvPr/>
          </p:nvSpPr>
          <p:spPr>
            <a:xfrm>
              <a:off x="7103719" y="2400444"/>
              <a:ext cx="5493" cy="86614"/>
            </a:xfrm>
            <a:custGeom>
              <a:avLst/>
              <a:gdLst/>
              <a:ahLst/>
              <a:cxnLst/>
              <a:rect l="l" t="t" r="r" b="b"/>
              <a:pathLst>
                <a:path w="39" h="615" extrusionOk="0">
                  <a:moveTo>
                    <a:pt x="38" y="0"/>
                  </a:moveTo>
                  <a:lnTo>
                    <a:pt x="1" y="19"/>
                  </a:lnTo>
                  <a:lnTo>
                    <a:pt x="1" y="596"/>
                  </a:lnTo>
                  <a:lnTo>
                    <a:pt x="38" y="61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4" name="Google Shape;644;p48"/>
            <p:cNvSpPr/>
            <p:nvPr/>
          </p:nvSpPr>
          <p:spPr>
            <a:xfrm>
              <a:off x="2556818" y="3784276"/>
              <a:ext cx="1743115" cy="1743115"/>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45" name="Google Shape;645;p48"/>
          <p:cNvGrpSpPr/>
          <p:nvPr/>
        </p:nvGrpSpPr>
        <p:grpSpPr>
          <a:xfrm>
            <a:off x="-127072" y="4085003"/>
            <a:ext cx="1067211" cy="1065922"/>
            <a:chOff x="2651171" y="2397773"/>
            <a:chExt cx="2099568" cy="2097033"/>
          </a:xfrm>
        </p:grpSpPr>
        <p:sp>
          <p:nvSpPr>
            <p:cNvPr id="646" name="Google Shape;646;p48"/>
            <p:cNvSpPr/>
            <p:nvPr/>
          </p:nvSpPr>
          <p:spPr>
            <a:xfrm>
              <a:off x="2682577" y="2429319"/>
              <a:ext cx="2036756" cy="2036615"/>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7" name="Google Shape;647;p48"/>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8" name="Google Shape;648;p48"/>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49" name="Google Shape;649;p48"/>
          <p:cNvSpPr/>
          <p:nvPr/>
        </p:nvSpPr>
        <p:spPr>
          <a:xfrm>
            <a:off x="7249668" y="4045148"/>
            <a:ext cx="572715" cy="572715"/>
          </a:xfrm>
          <a:custGeom>
            <a:avLst/>
            <a:gdLst/>
            <a:ahLst/>
            <a:cxnLst/>
            <a:rect l="l" t="t" r="r" b="b"/>
            <a:pathLst>
              <a:path w="12377" h="12377" extrusionOk="0">
                <a:moveTo>
                  <a:pt x="6179" y="0"/>
                </a:moveTo>
                <a:lnTo>
                  <a:pt x="0" y="6197"/>
                </a:lnTo>
                <a:lnTo>
                  <a:pt x="6179" y="12376"/>
                </a:lnTo>
                <a:lnTo>
                  <a:pt x="12376" y="6197"/>
                </a:lnTo>
                <a:lnTo>
                  <a:pt x="6179"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50" name="Google Shape;650;p48"/>
          <p:cNvGrpSpPr/>
          <p:nvPr/>
        </p:nvGrpSpPr>
        <p:grpSpPr>
          <a:xfrm>
            <a:off x="7009646" y="2171158"/>
            <a:ext cx="3966057" cy="4359080"/>
            <a:chOff x="5440750" y="1541475"/>
            <a:chExt cx="971525" cy="1067800"/>
          </a:xfrm>
        </p:grpSpPr>
        <p:sp>
          <p:nvSpPr>
            <p:cNvPr id="651" name="Google Shape;651;p48"/>
            <p:cNvSpPr/>
            <p:nvPr/>
          </p:nvSpPr>
          <p:spPr>
            <a:xfrm>
              <a:off x="5853925" y="1541475"/>
              <a:ext cx="309425" cy="309425"/>
            </a:xfrm>
            <a:custGeom>
              <a:avLst/>
              <a:gdLst/>
              <a:ahLst/>
              <a:cxnLst/>
              <a:rect l="l" t="t" r="r" b="b"/>
              <a:pathLst>
                <a:path w="12377" h="12377" extrusionOk="0">
                  <a:moveTo>
                    <a:pt x="6179" y="0"/>
                  </a:moveTo>
                  <a:lnTo>
                    <a:pt x="0" y="6197"/>
                  </a:lnTo>
                  <a:lnTo>
                    <a:pt x="6179" y="12376"/>
                  </a:lnTo>
                  <a:lnTo>
                    <a:pt x="12376" y="6197"/>
                  </a:lnTo>
                  <a:lnTo>
                    <a:pt x="6179"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2" name="Google Shape;652;p48"/>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3" name="Google Shape;653;p48"/>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4" name="Google Shape;654;p48"/>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5" name="Google Shape;655;p48"/>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6" name="Google Shape;656;p48"/>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7" name="Google Shape;657;p48"/>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8" name="Google Shape;658;p48"/>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9" name="Google Shape;659;p48"/>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0" name="Google Shape;660;p48"/>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1" name="Google Shape;661;p48"/>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2" name="Google Shape;662;p48"/>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3" name="Google Shape;663;p48"/>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664"/>
        <p:cNvGrpSpPr/>
        <p:nvPr/>
      </p:nvGrpSpPr>
      <p:grpSpPr>
        <a:xfrm>
          <a:off x="0" y="0"/>
          <a:ext cx="0" cy="0"/>
          <a:chOff x="0" y="0"/>
          <a:chExt cx="0" cy="0"/>
        </a:xfrm>
      </p:grpSpPr>
      <p:grpSp>
        <p:nvGrpSpPr>
          <p:cNvPr id="665" name="Google Shape;665;p49"/>
          <p:cNvGrpSpPr/>
          <p:nvPr/>
        </p:nvGrpSpPr>
        <p:grpSpPr>
          <a:xfrm>
            <a:off x="2787991" y="1287889"/>
            <a:ext cx="3563418" cy="3276021"/>
            <a:chOff x="4765450" y="2817950"/>
            <a:chExt cx="894275" cy="822150"/>
          </a:xfrm>
        </p:grpSpPr>
        <p:sp>
          <p:nvSpPr>
            <p:cNvPr id="666" name="Google Shape;666;p49"/>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7" name="Google Shape;667;p49"/>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8" name="Google Shape;668;p49"/>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9" name="Google Shape;669;p49"/>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70" name="Google Shape;670;p49"/>
          <p:cNvGrpSpPr/>
          <p:nvPr/>
        </p:nvGrpSpPr>
        <p:grpSpPr>
          <a:xfrm>
            <a:off x="7185910" y="-217751"/>
            <a:ext cx="2872292" cy="2378232"/>
            <a:chOff x="2210400" y="2558550"/>
            <a:chExt cx="971025" cy="804000"/>
          </a:xfrm>
        </p:grpSpPr>
        <p:sp>
          <p:nvSpPr>
            <p:cNvPr id="671" name="Google Shape;671;p49"/>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2" name="Google Shape;672;p49"/>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3" name="Google Shape;673;p49"/>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4" name="Google Shape;674;p49"/>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5" name="Google Shape;675;p49"/>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6" name="Google Shape;676;p49"/>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7" name="Google Shape;677;p49"/>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8" name="Google Shape;678;p49"/>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79" name="Google Shape;679;p49"/>
          <p:cNvGrpSpPr/>
          <p:nvPr/>
        </p:nvGrpSpPr>
        <p:grpSpPr>
          <a:xfrm flipH="1">
            <a:off x="8813326" y="-9"/>
            <a:ext cx="849275" cy="848250"/>
            <a:chOff x="8751122" y="1283566"/>
            <a:chExt cx="849275" cy="848250"/>
          </a:xfrm>
        </p:grpSpPr>
        <p:sp>
          <p:nvSpPr>
            <p:cNvPr id="680" name="Google Shape;680;p49"/>
            <p:cNvSpPr/>
            <p:nvPr/>
          </p:nvSpPr>
          <p:spPr>
            <a:xfrm flipH="1">
              <a:off x="8763662" y="12958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81" name="Google Shape;681;p49"/>
            <p:cNvGrpSpPr/>
            <p:nvPr/>
          </p:nvGrpSpPr>
          <p:grpSpPr>
            <a:xfrm flipH="1">
              <a:off x="8751122" y="1283566"/>
              <a:ext cx="849275" cy="848250"/>
              <a:chOff x="2651171" y="2397773"/>
              <a:chExt cx="2099568" cy="2097033"/>
            </a:xfrm>
          </p:grpSpPr>
          <p:sp>
            <p:nvSpPr>
              <p:cNvPr id="682" name="Google Shape;682;p49"/>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3" name="Google Shape;683;p49"/>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684" name="Google Shape;684;p49"/>
          <p:cNvGrpSpPr/>
          <p:nvPr/>
        </p:nvGrpSpPr>
        <p:grpSpPr>
          <a:xfrm>
            <a:off x="-259090" y="4167881"/>
            <a:ext cx="1142271" cy="1145681"/>
            <a:chOff x="6167975" y="2118400"/>
            <a:chExt cx="150775" cy="151225"/>
          </a:xfrm>
        </p:grpSpPr>
        <p:sp>
          <p:nvSpPr>
            <p:cNvPr id="685" name="Google Shape;685;p49"/>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6" name="Google Shape;686;p49"/>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687" name="Google Shape;687;p49"/>
          <p:cNvGrpSpPr/>
          <p:nvPr/>
        </p:nvGrpSpPr>
        <p:grpSpPr>
          <a:xfrm>
            <a:off x="-269226" y="3517179"/>
            <a:ext cx="1162531" cy="1161127"/>
            <a:chOff x="2651171" y="2397773"/>
            <a:chExt cx="2099568" cy="2097033"/>
          </a:xfrm>
        </p:grpSpPr>
        <p:sp>
          <p:nvSpPr>
            <p:cNvPr id="688" name="Google Shape;688;p49"/>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9" name="Google Shape;689;p49"/>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90" name="Google Shape;690;p49"/>
          <p:cNvSpPr/>
          <p:nvPr/>
        </p:nvSpPr>
        <p:spPr>
          <a:xfrm>
            <a:off x="7472262" y="127554"/>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1" name="Google Shape;691;p49"/>
          <p:cNvSpPr txBox="1">
            <a:spLocks noGrp="1"/>
          </p:cNvSpPr>
          <p:nvPr>
            <p:ph type="title"/>
          </p:nvPr>
        </p:nvSpPr>
        <p:spPr>
          <a:xfrm>
            <a:off x="883200" y="1287888"/>
            <a:ext cx="2168100" cy="5277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2500"/>
              <a:buNone/>
              <a:defRPr sz="1800">
                <a:latin typeface="Space Grotesk Medium"/>
                <a:ea typeface="Space Grotesk Medium"/>
                <a:cs typeface="Space Grotesk Medium"/>
                <a:sym typeface="Space Grotesk Medium"/>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a:endParaRPr/>
          </a:p>
        </p:txBody>
      </p:sp>
      <p:sp>
        <p:nvSpPr>
          <p:cNvPr id="692" name="Google Shape;692;p49"/>
          <p:cNvSpPr txBox="1">
            <a:spLocks noGrp="1"/>
          </p:cNvSpPr>
          <p:nvPr>
            <p:ph type="subTitle" idx="1"/>
          </p:nvPr>
        </p:nvSpPr>
        <p:spPr>
          <a:xfrm>
            <a:off x="883201" y="1731875"/>
            <a:ext cx="2168100" cy="4848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93" name="Google Shape;693;p49"/>
          <p:cNvSpPr txBox="1">
            <a:spLocks noGrp="1"/>
          </p:cNvSpPr>
          <p:nvPr>
            <p:ph type="title" idx="2"/>
          </p:nvPr>
        </p:nvSpPr>
        <p:spPr>
          <a:xfrm>
            <a:off x="883201" y="2445568"/>
            <a:ext cx="2168100" cy="5277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2500"/>
              <a:buNone/>
              <a:defRPr sz="1800">
                <a:latin typeface="Space Grotesk Medium"/>
                <a:ea typeface="Space Grotesk Medium"/>
                <a:cs typeface="Space Grotesk Medium"/>
                <a:sym typeface="Space Grotesk Medium"/>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a:endParaRPr/>
          </a:p>
        </p:txBody>
      </p:sp>
      <p:sp>
        <p:nvSpPr>
          <p:cNvPr id="694" name="Google Shape;694;p49"/>
          <p:cNvSpPr txBox="1">
            <a:spLocks noGrp="1"/>
          </p:cNvSpPr>
          <p:nvPr>
            <p:ph type="subTitle" idx="3"/>
          </p:nvPr>
        </p:nvSpPr>
        <p:spPr>
          <a:xfrm>
            <a:off x="883201" y="2884841"/>
            <a:ext cx="2168100" cy="4848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95" name="Google Shape;695;p49"/>
          <p:cNvSpPr txBox="1">
            <a:spLocks noGrp="1"/>
          </p:cNvSpPr>
          <p:nvPr>
            <p:ph type="title" idx="4"/>
          </p:nvPr>
        </p:nvSpPr>
        <p:spPr>
          <a:xfrm>
            <a:off x="883176" y="3577196"/>
            <a:ext cx="2168100" cy="5277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SzPts val="2500"/>
              <a:buNone/>
              <a:defRPr sz="1800">
                <a:latin typeface="Space Grotesk Medium"/>
                <a:ea typeface="Space Grotesk Medium"/>
                <a:cs typeface="Space Grotesk Medium"/>
                <a:sym typeface="Space Grotesk Medium"/>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a:endParaRPr/>
          </a:p>
        </p:txBody>
      </p:sp>
      <p:sp>
        <p:nvSpPr>
          <p:cNvPr id="696" name="Google Shape;696;p49"/>
          <p:cNvSpPr txBox="1">
            <a:spLocks noGrp="1"/>
          </p:cNvSpPr>
          <p:nvPr>
            <p:ph type="subTitle" idx="5"/>
          </p:nvPr>
        </p:nvSpPr>
        <p:spPr>
          <a:xfrm>
            <a:off x="883176" y="4020638"/>
            <a:ext cx="2168100" cy="4848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97" name="Google Shape;697;p49"/>
          <p:cNvSpPr txBox="1">
            <a:spLocks noGrp="1"/>
          </p:cNvSpPr>
          <p:nvPr>
            <p:ph type="title" idx="6"/>
          </p:nvPr>
        </p:nvSpPr>
        <p:spPr>
          <a:xfrm>
            <a:off x="713225" y="539500"/>
            <a:ext cx="7717500" cy="565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300"/>
              <a:buNone/>
              <a:defRPr/>
            </a:lvl1pPr>
            <a:lvl2pPr lvl="1" algn="l">
              <a:lnSpc>
                <a:spcPct val="100000"/>
              </a:lnSpc>
              <a:spcBef>
                <a:spcPts val="0"/>
              </a:spcBef>
              <a:spcAft>
                <a:spcPts val="0"/>
              </a:spcAft>
              <a:buSzPts val="3300"/>
              <a:buNone/>
              <a:defRPr/>
            </a:lvl2pPr>
            <a:lvl3pPr lvl="2" algn="l">
              <a:lnSpc>
                <a:spcPct val="100000"/>
              </a:lnSpc>
              <a:spcBef>
                <a:spcPts val="0"/>
              </a:spcBef>
              <a:spcAft>
                <a:spcPts val="0"/>
              </a:spcAft>
              <a:buSzPts val="3300"/>
              <a:buNone/>
              <a:defRPr/>
            </a:lvl3pPr>
            <a:lvl4pPr lvl="3" algn="l">
              <a:lnSpc>
                <a:spcPct val="100000"/>
              </a:lnSpc>
              <a:spcBef>
                <a:spcPts val="0"/>
              </a:spcBef>
              <a:spcAft>
                <a:spcPts val="0"/>
              </a:spcAft>
              <a:buSzPts val="3300"/>
              <a:buNone/>
              <a:defRPr/>
            </a:lvl4pPr>
            <a:lvl5pPr lvl="4" algn="l">
              <a:lnSpc>
                <a:spcPct val="100000"/>
              </a:lnSpc>
              <a:spcBef>
                <a:spcPts val="0"/>
              </a:spcBef>
              <a:spcAft>
                <a:spcPts val="0"/>
              </a:spcAft>
              <a:buSzPts val="3300"/>
              <a:buNone/>
              <a:defRPr/>
            </a:lvl5pPr>
            <a:lvl6pPr lvl="5" algn="l">
              <a:lnSpc>
                <a:spcPct val="100000"/>
              </a:lnSpc>
              <a:spcBef>
                <a:spcPts val="0"/>
              </a:spcBef>
              <a:spcAft>
                <a:spcPts val="0"/>
              </a:spcAft>
              <a:buSzPts val="3300"/>
              <a:buNone/>
              <a:defRPr/>
            </a:lvl6pPr>
            <a:lvl7pPr lvl="6" algn="l">
              <a:lnSpc>
                <a:spcPct val="100000"/>
              </a:lnSpc>
              <a:spcBef>
                <a:spcPts val="0"/>
              </a:spcBef>
              <a:spcAft>
                <a:spcPts val="0"/>
              </a:spcAft>
              <a:buSzPts val="3300"/>
              <a:buNone/>
              <a:defRPr/>
            </a:lvl7pPr>
            <a:lvl8pPr lvl="7" algn="l">
              <a:lnSpc>
                <a:spcPct val="100000"/>
              </a:lnSpc>
              <a:spcBef>
                <a:spcPts val="0"/>
              </a:spcBef>
              <a:spcAft>
                <a:spcPts val="0"/>
              </a:spcAft>
              <a:buSzPts val="3300"/>
              <a:buNone/>
              <a:defRPr/>
            </a:lvl8pPr>
            <a:lvl9pPr lvl="8" algn="l">
              <a:lnSpc>
                <a:spcPct val="100000"/>
              </a:lnSpc>
              <a:spcBef>
                <a:spcPts val="0"/>
              </a:spcBef>
              <a:spcAft>
                <a:spcPts val="0"/>
              </a:spcAft>
              <a:buSzPts val="3300"/>
              <a:buNone/>
              <a:defRPr/>
            </a:lvl9pPr>
          </a:lstStyle>
          <a:p>
            <a:endParaRPr/>
          </a:p>
        </p:txBody>
      </p:sp>
      <p:sp>
        <p:nvSpPr>
          <p:cNvPr id="698" name="Google Shape;698;p49"/>
          <p:cNvSpPr txBox="1">
            <a:spLocks noGrp="1"/>
          </p:cNvSpPr>
          <p:nvPr>
            <p:ph type="title" idx="7"/>
          </p:nvPr>
        </p:nvSpPr>
        <p:spPr>
          <a:xfrm>
            <a:off x="6092700" y="1287888"/>
            <a:ext cx="2168100" cy="52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500"/>
              <a:buNone/>
              <a:defRPr sz="1800">
                <a:latin typeface="Space Grotesk Medium"/>
                <a:ea typeface="Space Grotesk Medium"/>
                <a:cs typeface="Space Grotesk Medium"/>
                <a:sym typeface="Space Grotesk Medium"/>
              </a:defRPr>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a:endParaRPr/>
          </a:p>
        </p:txBody>
      </p:sp>
      <p:sp>
        <p:nvSpPr>
          <p:cNvPr id="699" name="Google Shape;699;p49"/>
          <p:cNvSpPr txBox="1">
            <a:spLocks noGrp="1"/>
          </p:cNvSpPr>
          <p:nvPr>
            <p:ph type="subTitle" idx="8"/>
          </p:nvPr>
        </p:nvSpPr>
        <p:spPr>
          <a:xfrm>
            <a:off x="6092701" y="1731875"/>
            <a:ext cx="21681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0" name="Google Shape;700;p49"/>
          <p:cNvSpPr txBox="1">
            <a:spLocks noGrp="1"/>
          </p:cNvSpPr>
          <p:nvPr>
            <p:ph type="title" idx="9"/>
          </p:nvPr>
        </p:nvSpPr>
        <p:spPr>
          <a:xfrm>
            <a:off x="6092701" y="2445568"/>
            <a:ext cx="2168100" cy="52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500"/>
              <a:buNone/>
              <a:defRPr sz="1800">
                <a:latin typeface="Space Grotesk Medium"/>
                <a:ea typeface="Space Grotesk Medium"/>
                <a:cs typeface="Space Grotesk Medium"/>
                <a:sym typeface="Space Grotesk Medium"/>
              </a:defRPr>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a:endParaRPr/>
          </a:p>
        </p:txBody>
      </p:sp>
      <p:sp>
        <p:nvSpPr>
          <p:cNvPr id="701" name="Google Shape;701;p49"/>
          <p:cNvSpPr txBox="1">
            <a:spLocks noGrp="1"/>
          </p:cNvSpPr>
          <p:nvPr>
            <p:ph type="subTitle" idx="13"/>
          </p:nvPr>
        </p:nvSpPr>
        <p:spPr>
          <a:xfrm>
            <a:off x="6092701" y="2884841"/>
            <a:ext cx="21681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2" name="Google Shape;702;p49"/>
          <p:cNvSpPr txBox="1">
            <a:spLocks noGrp="1"/>
          </p:cNvSpPr>
          <p:nvPr>
            <p:ph type="title" idx="14"/>
          </p:nvPr>
        </p:nvSpPr>
        <p:spPr>
          <a:xfrm>
            <a:off x="6092676" y="3577196"/>
            <a:ext cx="2168100" cy="52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500"/>
              <a:buNone/>
              <a:defRPr sz="1800">
                <a:latin typeface="Space Grotesk Medium"/>
                <a:ea typeface="Space Grotesk Medium"/>
                <a:cs typeface="Space Grotesk Medium"/>
                <a:sym typeface="Space Grotesk Medium"/>
              </a:defRPr>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a:endParaRPr/>
          </a:p>
        </p:txBody>
      </p:sp>
      <p:sp>
        <p:nvSpPr>
          <p:cNvPr id="703" name="Google Shape;703;p49"/>
          <p:cNvSpPr txBox="1">
            <a:spLocks noGrp="1"/>
          </p:cNvSpPr>
          <p:nvPr>
            <p:ph type="subTitle" idx="15"/>
          </p:nvPr>
        </p:nvSpPr>
        <p:spPr>
          <a:xfrm>
            <a:off x="6092676" y="4020638"/>
            <a:ext cx="2168100" cy="484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4">
  <p:cSld name="TITLE_ONLY_6">
    <p:spTree>
      <p:nvGrpSpPr>
        <p:cNvPr id="1" name="Shape 704"/>
        <p:cNvGrpSpPr/>
        <p:nvPr/>
      </p:nvGrpSpPr>
      <p:grpSpPr>
        <a:xfrm>
          <a:off x="0" y="0"/>
          <a:ext cx="0" cy="0"/>
          <a:chOff x="0" y="0"/>
          <a:chExt cx="0" cy="0"/>
        </a:xfrm>
      </p:grpSpPr>
      <p:sp>
        <p:nvSpPr>
          <p:cNvPr id="705" name="Google Shape;705;p50"/>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300"/>
              <a:buNone/>
              <a:defRPr/>
            </a:lvl1pPr>
            <a:lvl2pPr lvl="1" algn="l">
              <a:lnSpc>
                <a:spcPct val="100000"/>
              </a:lnSpc>
              <a:spcBef>
                <a:spcPts val="0"/>
              </a:spcBef>
              <a:spcAft>
                <a:spcPts val="0"/>
              </a:spcAft>
              <a:buSzPts val="3300"/>
              <a:buNone/>
              <a:defRPr/>
            </a:lvl2pPr>
            <a:lvl3pPr lvl="2" algn="l">
              <a:lnSpc>
                <a:spcPct val="100000"/>
              </a:lnSpc>
              <a:spcBef>
                <a:spcPts val="0"/>
              </a:spcBef>
              <a:spcAft>
                <a:spcPts val="0"/>
              </a:spcAft>
              <a:buSzPts val="3300"/>
              <a:buNone/>
              <a:defRPr/>
            </a:lvl3pPr>
            <a:lvl4pPr lvl="3" algn="l">
              <a:lnSpc>
                <a:spcPct val="100000"/>
              </a:lnSpc>
              <a:spcBef>
                <a:spcPts val="0"/>
              </a:spcBef>
              <a:spcAft>
                <a:spcPts val="0"/>
              </a:spcAft>
              <a:buSzPts val="3300"/>
              <a:buNone/>
              <a:defRPr/>
            </a:lvl4pPr>
            <a:lvl5pPr lvl="4" algn="l">
              <a:lnSpc>
                <a:spcPct val="100000"/>
              </a:lnSpc>
              <a:spcBef>
                <a:spcPts val="0"/>
              </a:spcBef>
              <a:spcAft>
                <a:spcPts val="0"/>
              </a:spcAft>
              <a:buSzPts val="3300"/>
              <a:buNone/>
              <a:defRPr/>
            </a:lvl5pPr>
            <a:lvl6pPr lvl="5" algn="l">
              <a:lnSpc>
                <a:spcPct val="100000"/>
              </a:lnSpc>
              <a:spcBef>
                <a:spcPts val="0"/>
              </a:spcBef>
              <a:spcAft>
                <a:spcPts val="0"/>
              </a:spcAft>
              <a:buSzPts val="3300"/>
              <a:buNone/>
              <a:defRPr/>
            </a:lvl6pPr>
            <a:lvl7pPr lvl="6" algn="l">
              <a:lnSpc>
                <a:spcPct val="100000"/>
              </a:lnSpc>
              <a:spcBef>
                <a:spcPts val="0"/>
              </a:spcBef>
              <a:spcAft>
                <a:spcPts val="0"/>
              </a:spcAft>
              <a:buSzPts val="3300"/>
              <a:buNone/>
              <a:defRPr/>
            </a:lvl7pPr>
            <a:lvl8pPr lvl="7" algn="l">
              <a:lnSpc>
                <a:spcPct val="100000"/>
              </a:lnSpc>
              <a:spcBef>
                <a:spcPts val="0"/>
              </a:spcBef>
              <a:spcAft>
                <a:spcPts val="0"/>
              </a:spcAft>
              <a:buSzPts val="3300"/>
              <a:buNone/>
              <a:defRPr/>
            </a:lvl8pPr>
            <a:lvl9pPr lvl="8" algn="l">
              <a:lnSpc>
                <a:spcPct val="100000"/>
              </a:lnSpc>
              <a:spcBef>
                <a:spcPts val="0"/>
              </a:spcBef>
              <a:spcAft>
                <a:spcPts val="0"/>
              </a:spcAft>
              <a:buSzPts val="3300"/>
              <a:buNone/>
              <a:defRPr/>
            </a:lvl9pPr>
          </a:lstStyle>
          <a:p>
            <a:endParaRPr/>
          </a:p>
        </p:txBody>
      </p:sp>
      <p:grpSp>
        <p:nvGrpSpPr>
          <p:cNvPr id="706" name="Google Shape;706;p50"/>
          <p:cNvGrpSpPr/>
          <p:nvPr/>
        </p:nvGrpSpPr>
        <p:grpSpPr>
          <a:xfrm rot="10800000" flipH="1">
            <a:off x="-1801065" y="629505"/>
            <a:ext cx="4015313" cy="3884503"/>
            <a:chOff x="5440750" y="1669400"/>
            <a:chExt cx="971525" cy="939875"/>
          </a:xfrm>
        </p:grpSpPr>
        <p:sp>
          <p:nvSpPr>
            <p:cNvPr id="707" name="Google Shape;707;p50"/>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8" name="Google Shape;708;p50"/>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9" name="Google Shape;709;p50"/>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0" name="Google Shape;710;p50"/>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1" name="Google Shape;711;p50"/>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2" name="Google Shape;712;p50"/>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3" name="Google Shape;713;p50"/>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4" name="Google Shape;714;p50"/>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5" name="Google Shape;715;p50"/>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6" name="Google Shape;716;p50"/>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7" name="Google Shape;717;p50"/>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8" name="Google Shape;718;p50"/>
            <p:cNvSpPr/>
            <p:nvPr/>
          </p:nvSpPr>
          <p:spPr>
            <a:xfrm>
              <a:off x="6060950" y="2061175"/>
              <a:ext cx="500" cy="950"/>
            </a:xfrm>
            <a:custGeom>
              <a:avLst/>
              <a:gdLst/>
              <a:ahLst/>
              <a:cxnLst/>
              <a:rect l="l" t="t" r="r" b="b"/>
              <a:pathLst>
                <a:path w="20" h="38" extrusionOk="0">
                  <a:moveTo>
                    <a:pt x="20" y="0"/>
                  </a:moveTo>
                  <a:lnTo>
                    <a:pt x="1" y="19"/>
                  </a:lnTo>
                  <a:lnTo>
                    <a:pt x="20" y="3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9" name="Google Shape;719;p50"/>
            <p:cNvSpPr/>
            <p:nvPr/>
          </p:nvSpPr>
          <p:spPr>
            <a:xfrm>
              <a:off x="6061425" y="2060700"/>
              <a:ext cx="500" cy="2350"/>
            </a:xfrm>
            <a:custGeom>
              <a:avLst/>
              <a:gdLst/>
              <a:ahLst/>
              <a:cxnLst/>
              <a:rect l="l" t="t" r="r" b="b"/>
              <a:pathLst>
                <a:path w="20" h="94" extrusionOk="0">
                  <a:moveTo>
                    <a:pt x="19" y="1"/>
                  </a:moveTo>
                  <a:lnTo>
                    <a:pt x="1" y="19"/>
                  </a:lnTo>
                  <a:lnTo>
                    <a:pt x="1" y="56"/>
                  </a:lnTo>
                  <a:lnTo>
                    <a:pt x="19" y="94"/>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0" name="Google Shape;720;p50"/>
            <p:cNvSpPr/>
            <p:nvPr/>
          </p:nvSpPr>
          <p:spPr>
            <a:xfrm>
              <a:off x="6061900" y="2060225"/>
              <a:ext cx="950" cy="3300"/>
            </a:xfrm>
            <a:custGeom>
              <a:avLst/>
              <a:gdLst/>
              <a:ahLst/>
              <a:cxnLst/>
              <a:rect l="l" t="t" r="r" b="b"/>
              <a:pathLst>
                <a:path w="38" h="132" extrusionOk="0">
                  <a:moveTo>
                    <a:pt x="37" y="1"/>
                  </a:moveTo>
                  <a:lnTo>
                    <a:pt x="0" y="20"/>
                  </a:lnTo>
                  <a:lnTo>
                    <a:pt x="0" y="113"/>
                  </a:lnTo>
                  <a:lnTo>
                    <a:pt x="37" y="131"/>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1" name="Google Shape;721;p50"/>
            <p:cNvSpPr/>
            <p:nvPr/>
          </p:nvSpPr>
          <p:spPr>
            <a:xfrm>
              <a:off x="6062825" y="2059775"/>
              <a:ext cx="500" cy="4200"/>
            </a:xfrm>
            <a:custGeom>
              <a:avLst/>
              <a:gdLst/>
              <a:ahLst/>
              <a:cxnLst/>
              <a:rect l="l" t="t" r="r" b="b"/>
              <a:pathLst>
                <a:path w="20" h="168" extrusionOk="0">
                  <a:moveTo>
                    <a:pt x="19" y="0"/>
                  </a:moveTo>
                  <a:lnTo>
                    <a:pt x="0" y="19"/>
                  </a:lnTo>
                  <a:lnTo>
                    <a:pt x="0" y="149"/>
                  </a:lnTo>
                  <a:lnTo>
                    <a:pt x="19" y="16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2" name="Google Shape;722;p50"/>
            <p:cNvSpPr/>
            <p:nvPr/>
          </p:nvSpPr>
          <p:spPr>
            <a:xfrm>
              <a:off x="6063300" y="2058850"/>
              <a:ext cx="475" cy="5600"/>
            </a:xfrm>
            <a:custGeom>
              <a:avLst/>
              <a:gdLst/>
              <a:ahLst/>
              <a:cxnLst/>
              <a:rect l="l" t="t" r="r" b="b"/>
              <a:pathLst>
                <a:path w="19" h="224" extrusionOk="0">
                  <a:moveTo>
                    <a:pt x="19" y="0"/>
                  </a:moveTo>
                  <a:lnTo>
                    <a:pt x="0" y="37"/>
                  </a:lnTo>
                  <a:lnTo>
                    <a:pt x="0" y="205"/>
                  </a:lnTo>
                  <a:lnTo>
                    <a:pt x="19" y="22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3" name="Google Shape;723;p50"/>
            <p:cNvSpPr/>
            <p:nvPr/>
          </p:nvSpPr>
          <p:spPr>
            <a:xfrm>
              <a:off x="6063750" y="2058375"/>
              <a:ext cx="500" cy="6550"/>
            </a:xfrm>
            <a:custGeom>
              <a:avLst/>
              <a:gdLst/>
              <a:ahLst/>
              <a:cxnLst/>
              <a:rect l="l" t="t" r="r" b="b"/>
              <a:pathLst>
                <a:path w="20" h="262" extrusionOk="0">
                  <a:moveTo>
                    <a:pt x="19" y="1"/>
                  </a:moveTo>
                  <a:lnTo>
                    <a:pt x="1" y="19"/>
                  </a:lnTo>
                  <a:lnTo>
                    <a:pt x="1" y="242"/>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4" name="Google Shape;724;p50"/>
            <p:cNvSpPr/>
            <p:nvPr/>
          </p:nvSpPr>
          <p:spPr>
            <a:xfrm>
              <a:off x="6064225" y="2057900"/>
              <a:ext cx="475" cy="7475"/>
            </a:xfrm>
            <a:custGeom>
              <a:avLst/>
              <a:gdLst/>
              <a:ahLst/>
              <a:cxnLst/>
              <a:rect l="l" t="t" r="r" b="b"/>
              <a:pathLst>
                <a:path w="19" h="299" extrusionOk="0">
                  <a:moveTo>
                    <a:pt x="19" y="1"/>
                  </a:moveTo>
                  <a:lnTo>
                    <a:pt x="0" y="20"/>
                  </a:lnTo>
                  <a:lnTo>
                    <a:pt x="0" y="280"/>
                  </a:lnTo>
                  <a:lnTo>
                    <a:pt x="19" y="29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5" name="Google Shape;725;p50"/>
            <p:cNvSpPr/>
            <p:nvPr/>
          </p:nvSpPr>
          <p:spPr>
            <a:xfrm>
              <a:off x="6064675" y="2057450"/>
              <a:ext cx="500" cy="8850"/>
            </a:xfrm>
            <a:custGeom>
              <a:avLst/>
              <a:gdLst/>
              <a:ahLst/>
              <a:cxnLst/>
              <a:rect l="l" t="t" r="r" b="b"/>
              <a:pathLst>
                <a:path w="20" h="354" extrusionOk="0">
                  <a:moveTo>
                    <a:pt x="19" y="0"/>
                  </a:moveTo>
                  <a:lnTo>
                    <a:pt x="1" y="19"/>
                  </a:lnTo>
                  <a:lnTo>
                    <a:pt x="1" y="317"/>
                  </a:lnTo>
                  <a:lnTo>
                    <a:pt x="19" y="35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6" name="Google Shape;726;p50"/>
            <p:cNvSpPr/>
            <p:nvPr/>
          </p:nvSpPr>
          <p:spPr>
            <a:xfrm>
              <a:off x="6065150" y="2056975"/>
              <a:ext cx="950" cy="9800"/>
            </a:xfrm>
            <a:custGeom>
              <a:avLst/>
              <a:gdLst/>
              <a:ahLst/>
              <a:cxnLst/>
              <a:rect l="l" t="t" r="r" b="b"/>
              <a:pathLst>
                <a:path w="38" h="392" extrusionOk="0">
                  <a:moveTo>
                    <a:pt x="38" y="1"/>
                  </a:moveTo>
                  <a:lnTo>
                    <a:pt x="0" y="19"/>
                  </a:lnTo>
                  <a:lnTo>
                    <a:pt x="0" y="373"/>
                  </a:lnTo>
                  <a:lnTo>
                    <a:pt x="38" y="392"/>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7" name="Google Shape;727;p50"/>
            <p:cNvSpPr/>
            <p:nvPr/>
          </p:nvSpPr>
          <p:spPr>
            <a:xfrm>
              <a:off x="6066075" y="2056525"/>
              <a:ext cx="500" cy="10725"/>
            </a:xfrm>
            <a:custGeom>
              <a:avLst/>
              <a:gdLst/>
              <a:ahLst/>
              <a:cxnLst/>
              <a:rect l="l" t="t" r="r" b="b"/>
              <a:pathLst>
                <a:path w="20" h="429" extrusionOk="0">
                  <a:moveTo>
                    <a:pt x="19" y="0"/>
                  </a:moveTo>
                  <a:lnTo>
                    <a:pt x="1" y="19"/>
                  </a:lnTo>
                  <a:lnTo>
                    <a:pt x="1"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8" name="Google Shape;728;p50"/>
            <p:cNvSpPr/>
            <p:nvPr/>
          </p:nvSpPr>
          <p:spPr>
            <a:xfrm>
              <a:off x="6066550" y="2055575"/>
              <a:ext cx="475" cy="12125"/>
            </a:xfrm>
            <a:custGeom>
              <a:avLst/>
              <a:gdLst/>
              <a:ahLst/>
              <a:cxnLst/>
              <a:rect l="l" t="t" r="r" b="b"/>
              <a:pathLst>
                <a:path w="19" h="485" extrusionOk="0">
                  <a:moveTo>
                    <a:pt x="19" y="1"/>
                  </a:moveTo>
                  <a:lnTo>
                    <a:pt x="0" y="38"/>
                  </a:lnTo>
                  <a:lnTo>
                    <a:pt x="0" y="466"/>
                  </a:lnTo>
                  <a:lnTo>
                    <a:pt x="19" y="4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9" name="Google Shape;729;p50"/>
            <p:cNvSpPr/>
            <p:nvPr/>
          </p:nvSpPr>
          <p:spPr>
            <a:xfrm>
              <a:off x="6067000" y="2055125"/>
              <a:ext cx="500" cy="13050"/>
            </a:xfrm>
            <a:custGeom>
              <a:avLst/>
              <a:gdLst/>
              <a:ahLst/>
              <a:cxnLst/>
              <a:rect l="l" t="t" r="r" b="b"/>
              <a:pathLst>
                <a:path w="20" h="522" extrusionOk="0">
                  <a:moveTo>
                    <a:pt x="20" y="0"/>
                  </a:moveTo>
                  <a:lnTo>
                    <a:pt x="1" y="19"/>
                  </a:lnTo>
                  <a:lnTo>
                    <a:pt x="1" y="503"/>
                  </a:lnTo>
                  <a:lnTo>
                    <a:pt x="20" y="52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0" name="Google Shape;730;p50"/>
            <p:cNvSpPr/>
            <p:nvPr/>
          </p:nvSpPr>
          <p:spPr>
            <a:xfrm>
              <a:off x="6067475" y="2054650"/>
              <a:ext cx="500" cy="13975"/>
            </a:xfrm>
            <a:custGeom>
              <a:avLst/>
              <a:gdLst/>
              <a:ahLst/>
              <a:cxnLst/>
              <a:rect l="l" t="t" r="r" b="b"/>
              <a:pathLst>
                <a:path w="20" h="559" extrusionOk="0">
                  <a:moveTo>
                    <a:pt x="19" y="1"/>
                  </a:moveTo>
                  <a:lnTo>
                    <a:pt x="1" y="19"/>
                  </a:lnTo>
                  <a:lnTo>
                    <a:pt x="1" y="540"/>
                  </a:lnTo>
                  <a:lnTo>
                    <a:pt x="19" y="55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1" name="Google Shape;731;p50"/>
            <p:cNvSpPr/>
            <p:nvPr/>
          </p:nvSpPr>
          <p:spPr>
            <a:xfrm>
              <a:off x="6067950" y="2054200"/>
              <a:ext cx="475" cy="15375"/>
            </a:xfrm>
            <a:custGeom>
              <a:avLst/>
              <a:gdLst/>
              <a:ahLst/>
              <a:cxnLst/>
              <a:rect l="l" t="t" r="r" b="b"/>
              <a:pathLst>
                <a:path w="19" h="615" extrusionOk="0">
                  <a:moveTo>
                    <a:pt x="19" y="0"/>
                  </a:moveTo>
                  <a:lnTo>
                    <a:pt x="0" y="19"/>
                  </a:lnTo>
                  <a:lnTo>
                    <a:pt x="0" y="577"/>
                  </a:lnTo>
                  <a:lnTo>
                    <a:pt x="19" y="61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2" name="Google Shape;732;p50"/>
            <p:cNvSpPr/>
            <p:nvPr/>
          </p:nvSpPr>
          <p:spPr>
            <a:xfrm>
              <a:off x="6068400" y="2053725"/>
              <a:ext cx="950" cy="16300"/>
            </a:xfrm>
            <a:custGeom>
              <a:avLst/>
              <a:gdLst/>
              <a:ahLst/>
              <a:cxnLst/>
              <a:rect l="l" t="t" r="r" b="b"/>
              <a:pathLst>
                <a:path w="38" h="652" extrusionOk="0">
                  <a:moveTo>
                    <a:pt x="38" y="0"/>
                  </a:moveTo>
                  <a:lnTo>
                    <a:pt x="1" y="19"/>
                  </a:lnTo>
                  <a:lnTo>
                    <a:pt x="1" y="633"/>
                  </a:lnTo>
                  <a:lnTo>
                    <a:pt x="38" y="652"/>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3" name="Google Shape;733;p50"/>
            <p:cNvSpPr/>
            <p:nvPr/>
          </p:nvSpPr>
          <p:spPr>
            <a:xfrm>
              <a:off x="6069325" y="2053250"/>
              <a:ext cx="500" cy="17250"/>
            </a:xfrm>
            <a:custGeom>
              <a:avLst/>
              <a:gdLst/>
              <a:ahLst/>
              <a:cxnLst/>
              <a:rect l="l" t="t" r="r" b="b"/>
              <a:pathLst>
                <a:path w="20" h="690" extrusionOk="0">
                  <a:moveTo>
                    <a:pt x="20" y="1"/>
                  </a:moveTo>
                  <a:lnTo>
                    <a:pt x="1" y="19"/>
                  </a:lnTo>
                  <a:lnTo>
                    <a:pt x="1" y="671"/>
                  </a:lnTo>
                  <a:lnTo>
                    <a:pt x="20" y="689"/>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4" name="Google Shape;734;p50"/>
            <p:cNvSpPr/>
            <p:nvPr/>
          </p:nvSpPr>
          <p:spPr>
            <a:xfrm>
              <a:off x="6069800" y="2052325"/>
              <a:ext cx="500" cy="18650"/>
            </a:xfrm>
            <a:custGeom>
              <a:avLst/>
              <a:gdLst/>
              <a:ahLst/>
              <a:cxnLst/>
              <a:rect l="l" t="t" r="r" b="b"/>
              <a:pathLst>
                <a:path w="20" h="746" extrusionOk="0">
                  <a:moveTo>
                    <a:pt x="19" y="1"/>
                  </a:moveTo>
                  <a:lnTo>
                    <a:pt x="1" y="38"/>
                  </a:lnTo>
                  <a:lnTo>
                    <a:pt x="1" y="726"/>
                  </a:lnTo>
                  <a:lnTo>
                    <a:pt x="19" y="74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5" name="Google Shape;735;p50"/>
            <p:cNvSpPr/>
            <p:nvPr/>
          </p:nvSpPr>
          <p:spPr>
            <a:xfrm>
              <a:off x="6070275" y="2051875"/>
              <a:ext cx="475" cy="19550"/>
            </a:xfrm>
            <a:custGeom>
              <a:avLst/>
              <a:gdLst/>
              <a:ahLst/>
              <a:cxnLst/>
              <a:rect l="l" t="t" r="r" b="b"/>
              <a:pathLst>
                <a:path w="19" h="782" extrusionOk="0">
                  <a:moveTo>
                    <a:pt x="19" y="0"/>
                  </a:moveTo>
                  <a:lnTo>
                    <a:pt x="0" y="19"/>
                  </a:lnTo>
                  <a:lnTo>
                    <a:pt x="0" y="763"/>
                  </a:lnTo>
                  <a:lnTo>
                    <a:pt x="19" y="78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6" name="Google Shape;736;p50"/>
            <p:cNvSpPr/>
            <p:nvPr/>
          </p:nvSpPr>
          <p:spPr>
            <a:xfrm>
              <a:off x="6070725" y="2051400"/>
              <a:ext cx="500" cy="20500"/>
            </a:xfrm>
            <a:custGeom>
              <a:avLst/>
              <a:gdLst/>
              <a:ahLst/>
              <a:cxnLst/>
              <a:rect l="l" t="t" r="r" b="b"/>
              <a:pathLst>
                <a:path w="20" h="820" extrusionOk="0">
                  <a:moveTo>
                    <a:pt x="19" y="0"/>
                  </a:moveTo>
                  <a:lnTo>
                    <a:pt x="1" y="19"/>
                  </a:lnTo>
                  <a:lnTo>
                    <a:pt x="1" y="801"/>
                  </a:lnTo>
                  <a:lnTo>
                    <a:pt x="19" y="819"/>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7" name="Google Shape;737;p50"/>
            <p:cNvSpPr/>
            <p:nvPr/>
          </p:nvSpPr>
          <p:spPr>
            <a:xfrm>
              <a:off x="6071200" y="2050925"/>
              <a:ext cx="500" cy="21900"/>
            </a:xfrm>
            <a:custGeom>
              <a:avLst/>
              <a:gdLst/>
              <a:ahLst/>
              <a:cxnLst/>
              <a:rect l="l" t="t" r="r" b="b"/>
              <a:pathLst>
                <a:path w="20" h="876" extrusionOk="0">
                  <a:moveTo>
                    <a:pt x="19" y="1"/>
                  </a:moveTo>
                  <a:lnTo>
                    <a:pt x="0" y="19"/>
                  </a:lnTo>
                  <a:lnTo>
                    <a:pt x="0" y="838"/>
                  </a:lnTo>
                  <a:lnTo>
                    <a:pt x="19" y="87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8" name="Google Shape;738;p50"/>
            <p:cNvSpPr/>
            <p:nvPr/>
          </p:nvSpPr>
          <p:spPr>
            <a:xfrm>
              <a:off x="6071675" y="2050475"/>
              <a:ext cx="950" cy="22825"/>
            </a:xfrm>
            <a:custGeom>
              <a:avLst/>
              <a:gdLst/>
              <a:ahLst/>
              <a:cxnLst/>
              <a:rect l="l" t="t" r="r" b="b"/>
              <a:pathLst>
                <a:path w="38" h="913" extrusionOk="0">
                  <a:moveTo>
                    <a:pt x="37" y="0"/>
                  </a:moveTo>
                  <a:lnTo>
                    <a:pt x="0" y="19"/>
                  </a:lnTo>
                  <a:lnTo>
                    <a:pt x="0" y="893"/>
                  </a:lnTo>
                  <a:lnTo>
                    <a:pt x="37" y="912"/>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9" name="Google Shape;739;p50"/>
            <p:cNvSpPr/>
            <p:nvPr/>
          </p:nvSpPr>
          <p:spPr>
            <a:xfrm>
              <a:off x="6072600" y="2050000"/>
              <a:ext cx="475" cy="23750"/>
            </a:xfrm>
            <a:custGeom>
              <a:avLst/>
              <a:gdLst/>
              <a:ahLst/>
              <a:cxnLst/>
              <a:rect l="l" t="t" r="r" b="b"/>
              <a:pathLst>
                <a:path w="19" h="950" extrusionOk="0">
                  <a:moveTo>
                    <a:pt x="19" y="1"/>
                  </a:moveTo>
                  <a:lnTo>
                    <a:pt x="0" y="19"/>
                  </a:lnTo>
                  <a:lnTo>
                    <a:pt x="0" y="931"/>
                  </a:lnTo>
                  <a:lnTo>
                    <a:pt x="19" y="95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0" name="Google Shape;740;p50"/>
            <p:cNvSpPr/>
            <p:nvPr/>
          </p:nvSpPr>
          <p:spPr>
            <a:xfrm>
              <a:off x="6073050" y="2049075"/>
              <a:ext cx="500" cy="25150"/>
            </a:xfrm>
            <a:custGeom>
              <a:avLst/>
              <a:gdLst/>
              <a:ahLst/>
              <a:cxnLst/>
              <a:rect l="l" t="t" r="r" b="b"/>
              <a:pathLst>
                <a:path w="20" h="1006" extrusionOk="0">
                  <a:moveTo>
                    <a:pt x="19" y="0"/>
                  </a:moveTo>
                  <a:lnTo>
                    <a:pt x="1" y="38"/>
                  </a:lnTo>
                  <a:lnTo>
                    <a:pt x="1" y="987"/>
                  </a:lnTo>
                  <a:lnTo>
                    <a:pt x="19" y="1005"/>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1" name="Google Shape;741;p50"/>
            <p:cNvSpPr/>
            <p:nvPr/>
          </p:nvSpPr>
          <p:spPr>
            <a:xfrm>
              <a:off x="6073525" y="2048600"/>
              <a:ext cx="500" cy="26075"/>
            </a:xfrm>
            <a:custGeom>
              <a:avLst/>
              <a:gdLst/>
              <a:ahLst/>
              <a:cxnLst/>
              <a:rect l="l" t="t" r="r" b="b"/>
              <a:pathLst>
                <a:path w="20" h="1043" extrusionOk="0">
                  <a:moveTo>
                    <a:pt x="19" y="1"/>
                  </a:moveTo>
                  <a:lnTo>
                    <a:pt x="0" y="19"/>
                  </a:lnTo>
                  <a:lnTo>
                    <a:pt x="0" y="1024"/>
                  </a:lnTo>
                  <a:lnTo>
                    <a:pt x="19" y="104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2" name="Google Shape;742;p50"/>
            <p:cNvSpPr/>
            <p:nvPr/>
          </p:nvSpPr>
          <p:spPr>
            <a:xfrm>
              <a:off x="6074000" y="2048150"/>
              <a:ext cx="475" cy="27000"/>
            </a:xfrm>
            <a:custGeom>
              <a:avLst/>
              <a:gdLst/>
              <a:ahLst/>
              <a:cxnLst/>
              <a:rect l="l" t="t" r="r" b="b"/>
              <a:pathLst>
                <a:path w="19" h="1080" extrusionOk="0">
                  <a:moveTo>
                    <a:pt x="19" y="0"/>
                  </a:moveTo>
                  <a:lnTo>
                    <a:pt x="0" y="19"/>
                  </a:lnTo>
                  <a:lnTo>
                    <a:pt x="0" y="1061"/>
                  </a:lnTo>
                  <a:lnTo>
                    <a:pt x="19" y="108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3" name="Google Shape;743;p50"/>
            <p:cNvSpPr/>
            <p:nvPr/>
          </p:nvSpPr>
          <p:spPr>
            <a:xfrm>
              <a:off x="6074450" y="2047675"/>
              <a:ext cx="500" cy="28400"/>
            </a:xfrm>
            <a:custGeom>
              <a:avLst/>
              <a:gdLst/>
              <a:ahLst/>
              <a:cxnLst/>
              <a:rect l="l" t="t" r="r" b="b"/>
              <a:pathLst>
                <a:path w="20" h="1136" extrusionOk="0">
                  <a:moveTo>
                    <a:pt x="19" y="1"/>
                  </a:moveTo>
                  <a:lnTo>
                    <a:pt x="1" y="19"/>
                  </a:lnTo>
                  <a:lnTo>
                    <a:pt x="1" y="1099"/>
                  </a:lnTo>
                  <a:lnTo>
                    <a:pt x="19" y="113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4" name="Google Shape;744;p50"/>
            <p:cNvSpPr/>
            <p:nvPr/>
          </p:nvSpPr>
          <p:spPr>
            <a:xfrm>
              <a:off x="6074925" y="2047200"/>
              <a:ext cx="950" cy="29350"/>
            </a:xfrm>
            <a:custGeom>
              <a:avLst/>
              <a:gdLst/>
              <a:ahLst/>
              <a:cxnLst/>
              <a:rect l="l" t="t" r="r" b="b"/>
              <a:pathLst>
                <a:path w="38" h="1174" extrusionOk="0">
                  <a:moveTo>
                    <a:pt x="38" y="1"/>
                  </a:moveTo>
                  <a:lnTo>
                    <a:pt x="0" y="20"/>
                  </a:lnTo>
                  <a:lnTo>
                    <a:pt x="0" y="1155"/>
                  </a:lnTo>
                  <a:lnTo>
                    <a:pt x="38" y="1173"/>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5" name="Google Shape;745;p50"/>
            <p:cNvSpPr/>
            <p:nvPr/>
          </p:nvSpPr>
          <p:spPr>
            <a:xfrm>
              <a:off x="6075850" y="2046750"/>
              <a:ext cx="500" cy="30250"/>
            </a:xfrm>
            <a:custGeom>
              <a:avLst/>
              <a:gdLst/>
              <a:ahLst/>
              <a:cxnLst/>
              <a:rect l="l" t="t" r="r" b="b"/>
              <a:pathLst>
                <a:path w="20" h="1210" extrusionOk="0">
                  <a:moveTo>
                    <a:pt x="19" y="0"/>
                  </a:moveTo>
                  <a:lnTo>
                    <a:pt x="1" y="19"/>
                  </a:lnTo>
                  <a:lnTo>
                    <a:pt x="1" y="1191"/>
                  </a:lnTo>
                  <a:lnTo>
                    <a:pt x="19" y="121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6" name="Google Shape;746;p50"/>
            <p:cNvSpPr/>
            <p:nvPr/>
          </p:nvSpPr>
          <p:spPr>
            <a:xfrm>
              <a:off x="6076325" y="2045825"/>
              <a:ext cx="475" cy="31650"/>
            </a:xfrm>
            <a:custGeom>
              <a:avLst/>
              <a:gdLst/>
              <a:ahLst/>
              <a:cxnLst/>
              <a:rect l="l" t="t" r="r" b="b"/>
              <a:pathLst>
                <a:path w="19" h="1266" extrusionOk="0">
                  <a:moveTo>
                    <a:pt x="19" y="0"/>
                  </a:moveTo>
                  <a:lnTo>
                    <a:pt x="0" y="37"/>
                  </a:lnTo>
                  <a:lnTo>
                    <a:pt x="0" y="1247"/>
                  </a:lnTo>
                  <a:lnTo>
                    <a:pt x="19" y="126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7" name="Google Shape;747;p50"/>
            <p:cNvSpPr/>
            <p:nvPr/>
          </p:nvSpPr>
          <p:spPr>
            <a:xfrm>
              <a:off x="6076775" y="2045350"/>
              <a:ext cx="500" cy="32600"/>
            </a:xfrm>
            <a:custGeom>
              <a:avLst/>
              <a:gdLst/>
              <a:ahLst/>
              <a:cxnLst/>
              <a:rect l="l" t="t" r="r" b="b"/>
              <a:pathLst>
                <a:path w="20" h="1304" extrusionOk="0">
                  <a:moveTo>
                    <a:pt x="19" y="0"/>
                  </a:moveTo>
                  <a:lnTo>
                    <a:pt x="1" y="19"/>
                  </a:lnTo>
                  <a:lnTo>
                    <a:pt x="1" y="1285"/>
                  </a:lnTo>
                  <a:lnTo>
                    <a:pt x="19" y="130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8" name="Google Shape;748;p50"/>
            <p:cNvSpPr/>
            <p:nvPr/>
          </p:nvSpPr>
          <p:spPr>
            <a:xfrm>
              <a:off x="6077250" y="2044875"/>
              <a:ext cx="475" cy="33525"/>
            </a:xfrm>
            <a:custGeom>
              <a:avLst/>
              <a:gdLst/>
              <a:ahLst/>
              <a:cxnLst/>
              <a:rect l="l" t="t" r="r" b="b"/>
              <a:pathLst>
                <a:path w="19" h="1341" extrusionOk="0">
                  <a:moveTo>
                    <a:pt x="19" y="1"/>
                  </a:moveTo>
                  <a:lnTo>
                    <a:pt x="0" y="19"/>
                  </a:lnTo>
                  <a:lnTo>
                    <a:pt x="0" y="1322"/>
                  </a:lnTo>
                  <a:lnTo>
                    <a:pt x="19" y="134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9" name="Google Shape;749;p50"/>
            <p:cNvSpPr/>
            <p:nvPr/>
          </p:nvSpPr>
          <p:spPr>
            <a:xfrm>
              <a:off x="6077700" y="2044425"/>
              <a:ext cx="500" cy="34925"/>
            </a:xfrm>
            <a:custGeom>
              <a:avLst/>
              <a:gdLst/>
              <a:ahLst/>
              <a:cxnLst/>
              <a:rect l="l" t="t" r="r" b="b"/>
              <a:pathLst>
                <a:path w="20" h="1397" extrusionOk="0">
                  <a:moveTo>
                    <a:pt x="20" y="0"/>
                  </a:moveTo>
                  <a:lnTo>
                    <a:pt x="1" y="19"/>
                  </a:lnTo>
                  <a:lnTo>
                    <a:pt x="1" y="1359"/>
                  </a:lnTo>
                  <a:lnTo>
                    <a:pt x="20" y="139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0" name="Google Shape;750;p50"/>
            <p:cNvSpPr/>
            <p:nvPr/>
          </p:nvSpPr>
          <p:spPr>
            <a:xfrm>
              <a:off x="6078175" y="2043950"/>
              <a:ext cx="950" cy="35850"/>
            </a:xfrm>
            <a:custGeom>
              <a:avLst/>
              <a:gdLst/>
              <a:ahLst/>
              <a:cxnLst/>
              <a:rect l="l" t="t" r="r" b="b"/>
              <a:pathLst>
                <a:path w="38" h="1434" extrusionOk="0">
                  <a:moveTo>
                    <a:pt x="38" y="1"/>
                  </a:moveTo>
                  <a:lnTo>
                    <a:pt x="1" y="19"/>
                  </a:lnTo>
                  <a:lnTo>
                    <a:pt x="1" y="1415"/>
                  </a:lnTo>
                  <a:lnTo>
                    <a:pt x="38" y="143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1" name="Google Shape;751;p50"/>
            <p:cNvSpPr/>
            <p:nvPr/>
          </p:nvSpPr>
          <p:spPr>
            <a:xfrm>
              <a:off x="6079100" y="2043500"/>
              <a:ext cx="500" cy="36775"/>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2" name="Google Shape;752;p50"/>
            <p:cNvSpPr/>
            <p:nvPr/>
          </p:nvSpPr>
          <p:spPr>
            <a:xfrm>
              <a:off x="6079575" y="2042550"/>
              <a:ext cx="500" cy="38175"/>
            </a:xfrm>
            <a:custGeom>
              <a:avLst/>
              <a:gdLst/>
              <a:ahLst/>
              <a:cxnLst/>
              <a:rect l="l" t="t" r="r" b="b"/>
              <a:pathLst>
                <a:path w="20" h="1527" extrusionOk="0">
                  <a:moveTo>
                    <a:pt x="19" y="1"/>
                  </a:moveTo>
                  <a:lnTo>
                    <a:pt x="0" y="38"/>
                  </a:lnTo>
                  <a:lnTo>
                    <a:pt x="0" y="1508"/>
                  </a:lnTo>
                  <a:lnTo>
                    <a:pt x="19" y="152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3" name="Google Shape;753;p50"/>
            <p:cNvSpPr/>
            <p:nvPr/>
          </p:nvSpPr>
          <p:spPr>
            <a:xfrm>
              <a:off x="6080050" y="2042100"/>
              <a:ext cx="475" cy="39100"/>
            </a:xfrm>
            <a:custGeom>
              <a:avLst/>
              <a:gdLst/>
              <a:ahLst/>
              <a:cxnLst/>
              <a:rect l="l" t="t" r="r" b="b"/>
              <a:pathLst>
                <a:path w="19" h="1564" extrusionOk="0">
                  <a:moveTo>
                    <a:pt x="19" y="0"/>
                  </a:moveTo>
                  <a:lnTo>
                    <a:pt x="0" y="19"/>
                  </a:lnTo>
                  <a:lnTo>
                    <a:pt x="0" y="1545"/>
                  </a:lnTo>
                  <a:lnTo>
                    <a:pt x="19" y="156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4" name="Google Shape;754;p50"/>
            <p:cNvSpPr/>
            <p:nvPr/>
          </p:nvSpPr>
          <p:spPr>
            <a:xfrm>
              <a:off x="6080500" y="2041625"/>
              <a:ext cx="500" cy="40050"/>
            </a:xfrm>
            <a:custGeom>
              <a:avLst/>
              <a:gdLst/>
              <a:ahLst/>
              <a:cxnLst/>
              <a:rect l="l" t="t" r="r" b="b"/>
              <a:pathLst>
                <a:path w="20" h="1602" extrusionOk="0">
                  <a:moveTo>
                    <a:pt x="19" y="1"/>
                  </a:moveTo>
                  <a:lnTo>
                    <a:pt x="1" y="19"/>
                  </a:lnTo>
                  <a:lnTo>
                    <a:pt x="1" y="1582"/>
                  </a:lnTo>
                  <a:lnTo>
                    <a:pt x="19" y="160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5" name="Google Shape;755;p50"/>
            <p:cNvSpPr/>
            <p:nvPr/>
          </p:nvSpPr>
          <p:spPr>
            <a:xfrm>
              <a:off x="6080975" y="2041150"/>
              <a:ext cx="475" cy="41450"/>
            </a:xfrm>
            <a:custGeom>
              <a:avLst/>
              <a:gdLst/>
              <a:ahLst/>
              <a:cxnLst/>
              <a:rect l="l" t="t" r="r" b="b"/>
              <a:pathLst>
                <a:path w="19" h="1658" extrusionOk="0">
                  <a:moveTo>
                    <a:pt x="19" y="1"/>
                  </a:moveTo>
                  <a:lnTo>
                    <a:pt x="0" y="20"/>
                  </a:lnTo>
                  <a:lnTo>
                    <a:pt x="0" y="1620"/>
                  </a:lnTo>
                  <a:lnTo>
                    <a:pt x="19" y="165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6" name="Google Shape;756;p50"/>
            <p:cNvSpPr/>
            <p:nvPr/>
          </p:nvSpPr>
          <p:spPr>
            <a:xfrm>
              <a:off x="6081425" y="2040700"/>
              <a:ext cx="975" cy="42350"/>
            </a:xfrm>
            <a:custGeom>
              <a:avLst/>
              <a:gdLst/>
              <a:ahLst/>
              <a:cxnLst/>
              <a:rect l="l" t="t" r="r" b="b"/>
              <a:pathLst>
                <a:path w="39" h="1694" extrusionOk="0">
                  <a:moveTo>
                    <a:pt x="38" y="0"/>
                  </a:moveTo>
                  <a:lnTo>
                    <a:pt x="1" y="19"/>
                  </a:lnTo>
                  <a:lnTo>
                    <a:pt x="1" y="1675"/>
                  </a:lnTo>
                  <a:lnTo>
                    <a:pt x="38" y="169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7" name="Google Shape;757;p50"/>
            <p:cNvSpPr/>
            <p:nvPr/>
          </p:nvSpPr>
          <p:spPr>
            <a:xfrm>
              <a:off x="6082375" y="2040225"/>
              <a:ext cx="475" cy="43300"/>
            </a:xfrm>
            <a:custGeom>
              <a:avLst/>
              <a:gdLst/>
              <a:ahLst/>
              <a:cxnLst/>
              <a:rect l="l" t="t" r="r" b="b"/>
              <a:pathLst>
                <a:path w="19" h="1732" extrusionOk="0">
                  <a:moveTo>
                    <a:pt x="19" y="1"/>
                  </a:moveTo>
                  <a:lnTo>
                    <a:pt x="0" y="19"/>
                  </a:lnTo>
                  <a:lnTo>
                    <a:pt x="0" y="1713"/>
                  </a:lnTo>
                  <a:lnTo>
                    <a:pt x="19" y="173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8" name="Google Shape;758;p50"/>
            <p:cNvSpPr/>
            <p:nvPr/>
          </p:nvSpPr>
          <p:spPr>
            <a:xfrm>
              <a:off x="6082825" y="2039300"/>
              <a:ext cx="500" cy="44700"/>
            </a:xfrm>
            <a:custGeom>
              <a:avLst/>
              <a:gdLst/>
              <a:ahLst/>
              <a:cxnLst/>
              <a:rect l="l" t="t" r="r" b="b"/>
              <a:pathLst>
                <a:path w="20" h="1788" extrusionOk="0">
                  <a:moveTo>
                    <a:pt x="19" y="1"/>
                  </a:moveTo>
                  <a:lnTo>
                    <a:pt x="1" y="38"/>
                  </a:lnTo>
                  <a:lnTo>
                    <a:pt x="1" y="1769"/>
                  </a:lnTo>
                  <a:lnTo>
                    <a:pt x="19" y="178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9" name="Google Shape;759;p50"/>
            <p:cNvSpPr/>
            <p:nvPr/>
          </p:nvSpPr>
          <p:spPr>
            <a:xfrm>
              <a:off x="6083300" y="2038825"/>
              <a:ext cx="475" cy="45625"/>
            </a:xfrm>
            <a:custGeom>
              <a:avLst/>
              <a:gdLst/>
              <a:ahLst/>
              <a:cxnLst/>
              <a:rect l="l" t="t" r="r" b="b"/>
              <a:pathLst>
                <a:path w="19" h="1825" extrusionOk="0">
                  <a:moveTo>
                    <a:pt x="19" y="1"/>
                  </a:moveTo>
                  <a:lnTo>
                    <a:pt x="0" y="20"/>
                  </a:lnTo>
                  <a:lnTo>
                    <a:pt x="0" y="1806"/>
                  </a:lnTo>
                  <a:lnTo>
                    <a:pt x="19" y="182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0" name="Google Shape;760;p50"/>
            <p:cNvSpPr/>
            <p:nvPr/>
          </p:nvSpPr>
          <p:spPr>
            <a:xfrm>
              <a:off x="6083750" y="2038375"/>
              <a:ext cx="500" cy="46550"/>
            </a:xfrm>
            <a:custGeom>
              <a:avLst/>
              <a:gdLst/>
              <a:ahLst/>
              <a:cxnLst/>
              <a:rect l="l" t="t" r="r" b="b"/>
              <a:pathLst>
                <a:path w="20" h="1862" extrusionOk="0">
                  <a:moveTo>
                    <a:pt x="20" y="0"/>
                  </a:moveTo>
                  <a:lnTo>
                    <a:pt x="1" y="19"/>
                  </a:lnTo>
                  <a:lnTo>
                    <a:pt x="1" y="1843"/>
                  </a:lnTo>
                  <a:lnTo>
                    <a:pt x="20" y="186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1" name="Google Shape;761;p50"/>
            <p:cNvSpPr/>
            <p:nvPr/>
          </p:nvSpPr>
          <p:spPr>
            <a:xfrm>
              <a:off x="6084225" y="2037900"/>
              <a:ext cx="500" cy="47950"/>
            </a:xfrm>
            <a:custGeom>
              <a:avLst/>
              <a:gdLst/>
              <a:ahLst/>
              <a:cxnLst/>
              <a:rect l="l" t="t" r="r" b="b"/>
              <a:pathLst>
                <a:path w="20" h="1918" extrusionOk="0">
                  <a:moveTo>
                    <a:pt x="19" y="1"/>
                  </a:moveTo>
                  <a:lnTo>
                    <a:pt x="1" y="19"/>
                  </a:lnTo>
                  <a:lnTo>
                    <a:pt x="1" y="1880"/>
                  </a:lnTo>
                  <a:lnTo>
                    <a:pt x="19" y="191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2" name="Google Shape;762;p50"/>
            <p:cNvSpPr/>
            <p:nvPr/>
          </p:nvSpPr>
          <p:spPr>
            <a:xfrm>
              <a:off x="6084700" y="2037450"/>
              <a:ext cx="950" cy="48875"/>
            </a:xfrm>
            <a:custGeom>
              <a:avLst/>
              <a:gdLst/>
              <a:ahLst/>
              <a:cxnLst/>
              <a:rect l="l" t="t" r="r" b="b"/>
              <a:pathLst>
                <a:path w="38" h="1955" extrusionOk="0">
                  <a:moveTo>
                    <a:pt x="37" y="0"/>
                  </a:moveTo>
                  <a:lnTo>
                    <a:pt x="0" y="19"/>
                  </a:lnTo>
                  <a:lnTo>
                    <a:pt x="0" y="1936"/>
                  </a:lnTo>
                  <a:lnTo>
                    <a:pt x="37" y="1954"/>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3" name="Google Shape;763;p50"/>
            <p:cNvSpPr/>
            <p:nvPr/>
          </p:nvSpPr>
          <p:spPr>
            <a:xfrm>
              <a:off x="6085625" y="2036975"/>
              <a:ext cx="475" cy="49800"/>
            </a:xfrm>
            <a:custGeom>
              <a:avLst/>
              <a:gdLst/>
              <a:ahLst/>
              <a:cxnLst/>
              <a:rect l="l" t="t" r="r" b="b"/>
              <a:pathLst>
                <a:path w="19" h="1992" extrusionOk="0">
                  <a:moveTo>
                    <a:pt x="19" y="0"/>
                  </a:moveTo>
                  <a:lnTo>
                    <a:pt x="0" y="19"/>
                  </a:lnTo>
                  <a:lnTo>
                    <a:pt x="0" y="1973"/>
                  </a:lnTo>
                  <a:lnTo>
                    <a:pt x="19" y="199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4" name="Google Shape;764;p50"/>
            <p:cNvSpPr/>
            <p:nvPr/>
          </p:nvSpPr>
          <p:spPr>
            <a:xfrm>
              <a:off x="6086075" y="2036050"/>
              <a:ext cx="500" cy="51200"/>
            </a:xfrm>
            <a:custGeom>
              <a:avLst/>
              <a:gdLst/>
              <a:ahLst/>
              <a:cxnLst/>
              <a:rect l="l" t="t" r="r" b="b"/>
              <a:pathLst>
                <a:path w="20" h="2048" extrusionOk="0">
                  <a:moveTo>
                    <a:pt x="20" y="0"/>
                  </a:moveTo>
                  <a:lnTo>
                    <a:pt x="1" y="37"/>
                  </a:lnTo>
                  <a:lnTo>
                    <a:pt x="1" y="2029"/>
                  </a:lnTo>
                  <a:lnTo>
                    <a:pt x="20" y="204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5" name="Google Shape;765;p50"/>
            <p:cNvSpPr/>
            <p:nvPr/>
          </p:nvSpPr>
          <p:spPr>
            <a:xfrm>
              <a:off x="6086550" y="2035575"/>
              <a:ext cx="500" cy="52150"/>
            </a:xfrm>
            <a:custGeom>
              <a:avLst/>
              <a:gdLst/>
              <a:ahLst/>
              <a:cxnLst/>
              <a:rect l="l" t="t" r="r" b="b"/>
              <a:pathLst>
                <a:path w="20" h="2086" extrusionOk="0">
                  <a:moveTo>
                    <a:pt x="19" y="1"/>
                  </a:moveTo>
                  <a:lnTo>
                    <a:pt x="1" y="19"/>
                  </a:lnTo>
                  <a:lnTo>
                    <a:pt x="1" y="2066"/>
                  </a:lnTo>
                  <a:lnTo>
                    <a:pt x="19" y="20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6" name="Google Shape;766;p50"/>
            <p:cNvSpPr/>
            <p:nvPr/>
          </p:nvSpPr>
          <p:spPr>
            <a:xfrm>
              <a:off x="6087025" y="2035125"/>
              <a:ext cx="475" cy="53050"/>
            </a:xfrm>
            <a:custGeom>
              <a:avLst/>
              <a:gdLst/>
              <a:ahLst/>
              <a:cxnLst/>
              <a:rect l="l" t="t" r="r" b="b"/>
              <a:pathLst>
                <a:path w="19" h="2122" extrusionOk="0">
                  <a:moveTo>
                    <a:pt x="19" y="0"/>
                  </a:moveTo>
                  <a:lnTo>
                    <a:pt x="0" y="19"/>
                  </a:lnTo>
                  <a:lnTo>
                    <a:pt x="0" y="2103"/>
                  </a:lnTo>
                  <a:lnTo>
                    <a:pt x="19" y="21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7" name="Google Shape;767;p50"/>
            <p:cNvSpPr/>
            <p:nvPr/>
          </p:nvSpPr>
          <p:spPr>
            <a:xfrm>
              <a:off x="6087475" y="2034650"/>
              <a:ext cx="500" cy="54450"/>
            </a:xfrm>
            <a:custGeom>
              <a:avLst/>
              <a:gdLst/>
              <a:ahLst/>
              <a:cxnLst/>
              <a:rect l="l" t="t" r="r" b="b"/>
              <a:pathLst>
                <a:path w="20" h="2178" extrusionOk="0">
                  <a:moveTo>
                    <a:pt x="19" y="0"/>
                  </a:moveTo>
                  <a:lnTo>
                    <a:pt x="1" y="19"/>
                  </a:lnTo>
                  <a:lnTo>
                    <a:pt x="1" y="2141"/>
                  </a:lnTo>
                  <a:lnTo>
                    <a:pt x="19" y="217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8" name="Google Shape;768;p50"/>
            <p:cNvSpPr/>
            <p:nvPr/>
          </p:nvSpPr>
          <p:spPr>
            <a:xfrm>
              <a:off x="6087950" y="2034175"/>
              <a:ext cx="950" cy="55400"/>
            </a:xfrm>
            <a:custGeom>
              <a:avLst/>
              <a:gdLst/>
              <a:ahLst/>
              <a:cxnLst/>
              <a:rect l="l" t="t" r="r" b="b"/>
              <a:pathLst>
                <a:path w="38" h="2216" extrusionOk="0">
                  <a:moveTo>
                    <a:pt x="38" y="1"/>
                  </a:moveTo>
                  <a:lnTo>
                    <a:pt x="0" y="19"/>
                  </a:lnTo>
                  <a:lnTo>
                    <a:pt x="0" y="2197"/>
                  </a:lnTo>
                  <a:lnTo>
                    <a:pt x="38" y="2215"/>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9" name="Google Shape;769;p50"/>
            <p:cNvSpPr/>
            <p:nvPr/>
          </p:nvSpPr>
          <p:spPr>
            <a:xfrm>
              <a:off x="6088875" y="2033725"/>
              <a:ext cx="500" cy="56325"/>
            </a:xfrm>
            <a:custGeom>
              <a:avLst/>
              <a:gdLst/>
              <a:ahLst/>
              <a:cxnLst/>
              <a:rect l="l" t="t" r="r" b="b"/>
              <a:pathLst>
                <a:path w="20" h="2253" extrusionOk="0">
                  <a:moveTo>
                    <a:pt x="19" y="0"/>
                  </a:moveTo>
                  <a:lnTo>
                    <a:pt x="1" y="19"/>
                  </a:lnTo>
                  <a:lnTo>
                    <a:pt x="1" y="2233"/>
                  </a:lnTo>
                  <a:lnTo>
                    <a:pt x="19" y="225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0" name="Google Shape;770;p50"/>
            <p:cNvSpPr/>
            <p:nvPr/>
          </p:nvSpPr>
          <p:spPr>
            <a:xfrm>
              <a:off x="6089350" y="2032775"/>
              <a:ext cx="475" cy="57725"/>
            </a:xfrm>
            <a:custGeom>
              <a:avLst/>
              <a:gdLst/>
              <a:ahLst/>
              <a:cxnLst/>
              <a:rect l="l" t="t" r="r" b="b"/>
              <a:pathLst>
                <a:path w="19" h="2309" extrusionOk="0">
                  <a:moveTo>
                    <a:pt x="19" y="1"/>
                  </a:moveTo>
                  <a:lnTo>
                    <a:pt x="0" y="38"/>
                  </a:lnTo>
                  <a:lnTo>
                    <a:pt x="0" y="2290"/>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1" name="Google Shape;771;p50"/>
            <p:cNvSpPr/>
            <p:nvPr/>
          </p:nvSpPr>
          <p:spPr>
            <a:xfrm>
              <a:off x="6089800" y="2032775"/>
              <a:ext cx="500" cy="58200"/>
            </a:xfrm>
            <a:custGeom>
              <a:avLst/>
              <a:gdLst/>
              <a:ahLst/>
              <a:cxnLst/>
              <a:rect l="l" t="t" r="r" b="b"/>
              <a:pathLst>
                <a:path w="20" h="2328" extrusionOk="0">
                  <a:moveTo>
                    <a:pt x="1" y="1"/>
                  </a:moveTo>
                  <a:lnTo>
                    <a:pt x="1" y="2309"/>
                  </a:lnTo>
                  <a:lnTo>
                    <a:pt x="19" y="2327"/>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2" name="Google Shape;772;p50"/>
            <p:cNvSpPr/>
            <p:nvPr/>
          </p:nvSpPr>
          <p:spPr>
            <a:xfrm>
              <a:off x="6090275" y="2032775"/>
              <a:ext cx="500" cy="57725"/>
            </a:xfrm>
            <a:custGeom>
              <a:avLst/>
              <a:gdLst/>
              <a:ahLst/>
              <a:cxnLst/>
              <a:rect l="l" t="t" r="r" b="b"/>
              <a:pathLst>
                <a:path w="20" h="2309" extrusionOk="0">
                  <a:moveTo>
                    <a:pt x="0" y="1"/>
                  </a:moveTo>
                  <a:lnTo>
                    <a:pt x="0" y="2309"/>
                  </a:lnTo>
                  <a:lnTo>
                    <a:pt x="19" y="229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3" name="Google Shape;773;p50"/>
            <p:cNvSpPr/>
            <p:nvPr/>
          </p:nvSpPr>
          <p:spPr>
            <a:xfrm>
              <a:off x="6090750" y="2033250"/>
              <a:ext cx="475" cy="56800"/>
            </a:xfrm>
            <a:custGeom>
              <a:avLst/>
              <a:gdLst/>
              <a:ahLst/>
              <a:cxnLst/>
              <a:rect l="l" t="t" r="r" b="b"/>
              <a:pathLst>
                <a:path w="19" h="2272" extrusionOk="0">
                  <a:moveTo>
                    <a:pt x="0" y="1"/>
                  </a:moveTo>
                  <a:lnTo>
                    <a:pt x="0" y="2271"/>
                  </a:lnTo>
                  <a:lnTo>
                    <a:pt x="19" y="2252"/>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4" name="Google Shape;774;p50"/>
            <p:cNvSpPr/>
            <p:nvPr/>
          </p:nvSpPr>
          <p:spPr>
            <a:xfrm>
              <a:off x="6091200" y="2034175"/>
              <a:ext cx="950" cy="55400"/>
            </a:xfrm>
            <a:custGeom>
              <a:avLst/>
              <a:gdLst/>
              <a:ahLst/>
              <a:cxnLst/>
              <a:rect l="l" t="t" r="r" b="b"/>
              <a:pathLst>
                <a:path w="38" h="2216" extrusionOk="0">
                  <a:moveTo>
                    <a:pt x="1" y="1"/>
                  </a:moveTo>
                  <a:lnTo>
                    <a:pt x="1" y="2215"/>
                  </a:lnTo>
                  <a:lnTo>
                    <a:pt x="38" y="2197"/>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5" name="Google Shape;775;p50"/>
            <p:cNvSpPr/>
            <p:nvPr/>
          </p:nvSpPr>
          <p:spPr>
            <a:xfrm>
              <a:off x="6092125" y="2034650"/>
              <a:ext cx="500" cy="54450"/>
            </a:xfrm>
            <a:custGeom>
              <a:avLst/>
              <a:gdLst/>
              <a:ahLst/>
              <a:cxnLst/>
              <a:rect l="l" t="t" r="r" b="b"/>
              <a:pathLst>
                <a:path w="20" h="2178" extrusionOk="0">
                  <a:moveTo>
                    <a:pt x="1" y="0"/>
                  </a:moveTo>
                  <a:lnTo>
                    <a:pt x="1" y="2178"/>
                  </a:lnTo>
                  <a:lnTo>
                    <a:pt x="20" y="214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6" name="Google Shape;776;p50"/>
            <p:cNvSpPr/>
            <p:nvPr/>
          </p:nvSpPr>
          <p:spPr>
            <a:xfrm>
              <a:off x="6092600" y="2035125"/>
              <a:ext cx="500" cy="53050"/>
            </a:xfrm>
            <a:custGeom>
              <a:avLst/>
              <a:gdLst/>
              <a:ahLst/>
              <a:cxnLst/>
              <a:rect l="l" t="t" r="r" b="b"/>
              <a:pathLst>
                <a:path w="20" h="2122" extrusionOk="0">
                  <a:moveTo>
                    <a:pt x="1" y="0"/>
                  </a:moveTo>
                  <a:lnTo>
                    <a:pt x="1" y="2122"/>
                  </a:lnTo>
                  <a:lnTo>
                    <a:pt x="19" y="21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7" name="Google Shape;777;p50"/>
            <p:cNvSpPr/>
            <p:nvPr/>
          </p:nvSpPr>
          <p:spPr>
            <a:xfrm>
              <a:off x="6093075" y="2035575"/>
              <a:ext cx="475" cy="52150"/>
            </a:xfrm>
            <a:custGeom>
              <a:avLst/>
              <a:gdLst/>
              <a:ahLst/>
              <a:cxnLst/>
              <a:rect l="l" t="t" r="r" b="b"/>
              <a:pathLst>
                <a:path w="19" h="2086" extrusionOk="0">
                  <a:moveTo>
                    <a:pt x="0" y="1"/>
                  </a:moveTo>
                  <a:lnTo>
                    <a:pt x="0" y="2085"/>
                  </a:lnTo>
                  <a:lnTo>
                    <a:pt x="19" y="206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8" name="Google Shape;778;p50"/>
            <p:cNvSpPr/>
            <p:nvPr/>
          </p:nvSpPr>
          <p:spPr>
            <a:xfrm>
              <a:off x="6093525" y="2036050"/>
              <a:ext cx="500" cy="51200"/>
            </a:xfrm>
            <a:custGeom>
              <a:avLst/>
              <a:gdLst/>
              <a:ahLst/>
              <a:cxnLst/>
              <a:rect l="l" t="t" r="r" b="b"/>
              <a:pathLst>
                <a:path w="20" h="2048" extrusionOk="0">
                  <a:moveTo>
                    <a:pt x="1" y="0"/>
                  </a:moveTo>
                  <a:lnTo>
                    <a:pt x="1" y="2047"/>
                  </a:lnTo>
                  <a:lnTo>
                    <a:pt x="19" y="2029"/>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9" name="Google Shape;779;p50"/>
            <p:cNvSpPr/>
            <p:nvPr/>
          </p:nvSpPr>
          <p:spPr>
            <a:xfrm>
              <a:off x="6094000" y="2036975"/>
              <a:ext cx="475" cy="49800"/>
            </a:xfrm>
            <a:custGeom>
              <a:avLst/>
              <a:gdLst/>
              <a:ahLst/>
              <a:cxnLst/>
              <a:rect l="l" t="t" r="r" b="b"/>
              <a:pathLst>
                <a:path w="19" h="1992" extrusionOk="0">
                  <a:moveTo>
                    <a:pt x="0" y="0"/>
                  </a:moveTo>
                  <a:lnTo>
                    <a:pt x="0" y="1992"/>
                  </a:lnTo>
                  <a:lnTo>
                    <a:pt x="19" y="197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0" name="Google Shape;780;p50"/>
            <p:cNvSpPr/>
            <p:nvPr/>
          </p:nvSpPr>
          <p:spPr>
            <a:xfrm>
              <a:off x="6094450" y="2037450"/>
              <a:ext cx="975" cy="48875"/>
            </a:xfrm>
            <a:custGeom>
              <a:avLst/>
              <a:gdLst/>
              <a:ahLst/>
              <a:cxnLst/>
              <a:rect l="l" t="t" r="r" b="b"/>
              <a:pathLst>
                <a:path w="39" h="1955" extrusionOk="0">
                  <a:moveTo>
                    <a:pt x="1" y="0"/>
                  </a:moveTo>
                  <a:lnTo>
                    <a:pt x="1" y="1954"/>
                  </a:lnTo>
                  <a:lnTo>
                    <a:pt x="38" y="1936"/>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1" name="Google Shape;781;p50"/>
            <p:cNvSpPr/>
            <p:nvPr/>
          </p:nvSpPr>
          <p:spPr>
            <a:xfrm>
              <a:off x="6095400" y="2037900"/>
              <a:ext cx="475" cy="47950"/>
            </a:xfrm>
            <a:custGeom>
              <a:avLst/>
              <a:gdLst/>
              <a:ahLst/>
              <a:cxnLst/>
              <a:rect l="l" t="t" r="r" b="b"/>
              <a:pathLst>
                <a:path w="19" h="1918" extrusionOk="0">
                  <a:moveTo>
                    <a:pt x="0" y="1"/>
                  </a:moveTo>
                  <a:lnTo>
                    <a:pt x="0" y="1918"/>
                  </a:lnTo>
                  <a:lnTo>
                    <a:pt x="19" y="188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2" name="Google Shape;782;p50"/>
            <p:cNvSpPr/>
            <p:nvPr/>
          </p:nvSpPr>
          <p:spPr>
            <a:xfrm>
              <a:off x="6095850" y="2038375"/>
              <a:ext cx="500" cy="46550"/>
            </a:xfrm>
            <a:custGeom>
              <a:avLst/>
              <a:gdLst/>
              <a:ahLst/>
              <a:cxnLst/>
              <a:rect l="l" t="t" r="r" b="b"/>
              <a:pathLst>
                <a:path w="20" h="1862" extrusionOk="0">
                  <a:moveTo>
                    <a:pt x="1" y="0"/>
                  </a:moveTo>
                  <a:lnTo>
                    <a:pt x="1" y="1861"/>
                  </a:lnTo>
                  <a:lnTo>
                    <a:pt x="19" y="184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3" name="Google Shape;783;p50"/>
            <p:cNvSpPr/>
            <p:nvPr/>
          </p:nvSpPr>
          <p:spPr>
            <a:xfrm>
              <a:off x="6096325" y="2038825"/>
              <a:ext cx="500" cy="45625"/>
            </a:xfrm>
            <a:custGeom>
              <a:avLst/>
              <a:gdLst/>
              <a:ahLst/>
              <a:cxnLst/>
              <a:rect l="l" t="t" r="r" b="b"/>
              <a:pathLst>
                <a:path w="20" h="1825" extrusionOk="0">
                  <a:moveTo>
                    <a:pt x="0" y="1"/>
                  </a:moveTo>
                  <a:lnTo>
                    <a:pt x="0" y="1825"/>
                  </a:lnTo>
                  <a:lnTo>
                    <a:pt x="19" y="1806"/>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4" name="Google Shape;784;p50"/>
            <p:cNvSpPr/>
            <p:nvPr/>
          </p:nvSpPr>
          <p:spPr>
            <a:xfrm>
              <a:off x="6096800" y="2039300"/>
              <a:ext cx="475" cy="44700"/>
            </a:xfrm>
            <a:custGeom>
              <a:avLst/>
              <a:gdLst/>
              <a:ahLst/>
              <a:cxnLst/>
              <a:rect l="l" t="t" r="r" b="b"/>
              <a:pathLst>
                <a:path w="19" h="1788" extrusionOk="0">
                  <a:moveTo>
                    <a:pt x="0" y="1"/>
                  </a:moveTo>
                  <a:lnTo>
                    <a:pt x="0" y="1787"/>
                  </a:lnTo>
                  <a:lnTo>
                    <a:pt x="19" y="1769"/>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5" name="Google Shape;785;p50"/>
            <p:cNvSpPr/>
            <p:nvPr/>
          </p:nvSpPr>
          <p:spPr>
            <a:xfrm>
              <a:off x="6097250" y="2040225"/>
              <a:ext cx="500" cy="43300"/>
            </a:xfrm>
            <a:custGeom>
              <a:avLst/>
              <a:gdLst/>
              <a:ahLst/>
              <a:cxnLst/>
              <a:rect l="l" t="t" r="r" b="b"/>
              <a:pathLst>
                <a:path w="20" h="1732" extrusionOk="0">
                  <a:moveTo>
                    <a:pt x="1" y="1"/>
                  </a:moveTo>
                  <a:lnTo>
                    <a:pt x="1" y="1732"/>
                  </a:lnTo>
                  <a:lnTo>
                    <a:pt x="19" y="171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6" name="Google Shape;786;p50"/>
            <p:cNvSpPr/>
            <p:nvPr/>
          </p:nvSpPr>
          <p:spPr>
            <a:xfrm>
              <a:off x="6097725" y="2040700"/>
              <a:ext cx="950" cy="42350"/>
            </a:xfrm>
            <a:custGeom>
              <a:avLst/>
              <a:gdLst/>
              <a:ahLst/>
              <a:cxnLst/>
              <a:rect l="l" t="t" r="r" b="b"/>
              <a:pathLst>
                <a:path w="38" h="1694" extrusionOk="0">
                  <a:moveTo>
                    <a:pt x="0" y="0"/>
                  </a:moveTo>
                  <a:lnTo>
                    <a:pt x="0" y="1694"/>
                  </a:lnTo>
                  <a:lnTo>
                    <a:pt x="37" y="1675"/>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7" name="Google Shape;787;p50"/>
            <p:cNvSpPr/>
            <p:nvPr/>
          </p:nvSpPr>
          <p:spPr>
            <a:xfrm>
              <a:off x="6098650" y="2041150"/>
              <a:ext cx="500" cy="41450"/>
            </a:xfrm>
            <a:custGeom>
              <a:avLst/>
              <a:gdLst/>
              <a:ahLst/>
              <a:cxnLst/>
              <a:rect l="l" t="t" r="r" b="b"/>
              <a:pathLst>
                <a:path w="20" h="1658" extrusionOk="0">
                  <a:moveTo>
                    <a:pt x="0" y="1"/>
                  </a:moveTo>
                  <a:lnTo>
                    <a:pt x="0" y="1657"/>
                  </a:lnTo>
                  <a:lnTo>
                    <a:pt x="19" y="162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8" name="Google Shape;788;p50"/>
            <p:cNvSpPr/>
            <p:nvPr/>
          </p:nvSpPr>
          <p:spPr>
            <a:xfrm>
              <a:off x="6099125" y="2041625"/>
              <a:ext cx="475" cy="40050"/>
            </a:xfrm>
            <a:custGeom>
              <a:avLst/>
              <a:gdLst/>
              <a:ahLst/>
              <a:cxnLst/>
              <a:rect l="l" t="t" r="r" b="b"/>
              <a:pathLst>
                <a:path w="19" h="1602" extrusionOk="0">
                  <a:moveTo>
                    <a:pt x="0" y="1"/>
                  </a:moveTo>
                  <a:lnTo>
                    <a:pt x="0" y="1601"/>
                  </a:lnTo>
                  <a:lnTo>
                    <a:pt x="19" y="158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9" name="Google Shape;789;p50"/>
            <p:cNvSpPr/>
            <p:nvPr/>
          </p:nvSpPr>
          <p:spPr>
            <a:xfrm>
              <a:off x="6099575" y="2042100"/>
              <a:ext cx="500" cy="39100"/>
            </a:xfrm>
            <a:custGeom>
              <a:avLst/>
              <a:gdLst/>
              <a:ahLst/>
              <a:cxnLst/>
              <a:rect l="l" t="t" r="r" b="b"/>
              <a:pathLst>
                <a:path w="20" h="1564" extrusionOk="0">
                  <a:moveTo>
                    <a:pt x="1" y="0"/>
                  </a:moveTo>
                  <a:lnTo>
                    <a:pt x="1" y="1563"/>
                  </a:lnTo>
                  <a:lnTo>
                    <a:pt x="19" y="154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0" name="Google Shape;790;p50"/>
            <p:cNvSpPr/>
            <p:nvPr/>
          </p:nvSpPr>
          <p:spPr>
            <a:xfrm>
              <a:off x="6100050" y="2042550"/>
              <a:ext cx="475" cy="38175"/>
            </a:xfrm>
            <a:custGeom>
              <a:avLst/>
              <a:gdLst/>
              <a:ahLst/>
              <a:cxnLst/>
              <a:rect l="l" t="t" r="r" b="b"/>
              <a:pathLst>
                <a:path w="19" h="1527" extrusionOk="0">
                  <a:moveTo>
                    <a:pt x="0" y="1"/>
                  </a:moveTo>
                  <a:lnTo>
                    <a:pt x="0" y="1527"/>
                  </a:lnTo>
                  <a:lnTo>
                    <a:pt x="19" y="1508"/>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1" name="Google Shape;791;p50"/>
            <p:cNvSpPr/>
            <p:nvPr/>
          </p:nvSpPr>
          <p:spPr>
            <a:xfrm>
              <a:off x="6100500" y="2043500"/>
              <a:ext cx="500" cy="36775"/>
            </a:xfrm>
            <a:custGeom>
              <a:avLst/>
              <a:gdLst/>
              <a:ahLst/>
              <a:cxnLst/>
              <a:rect l="l" t="t" r="r" b="b"/>
              <a:pathLst>
                <a:path w="20" h="1471" extrusionOk="0">
                  <a:moveTo>
                    <a:pt x="1" y="0"/>
                  </a:moveTo>
                  <a:lnTo>
                    <a:pt x="1" y="1470"/>
                  </a:lnTo>
                  <a:lnTo>
                    <a:pt x="20" y="1452"/>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2" name="Google Shape;792;p50"/>
            <p:cNvSpPr/>
            <p:nvPr/>
          </p:nvSpPr>
          <p:spPr>
            <a:xfrm>
              <a:off x="6100975" y="2043950"/>
              <a:ext cx="950" cy="35850"/>
            </a:xfrm>
            <a:custGeom>
              <a:avLst/>
              <a:gdLst/>
              <a:ahLst/>
              <a:cxnLst/>
              <a:rect l="l" t="t" r="r" b="b"/>
              <a:pathLst>
                <a:path w="38" h="1434" extrusionOk="0">
                  <a:moveTo>
                    <a:pt x="1" y="1"/>
                  </a:moveTo>
                  <a:lnTo>
                    <a:pt x="1" y="1434"/>
                  </a:lnTo>
                  <a:lnTo>
                    <a:pt x="38" y="1415"/>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3" name="Google Shape;793;p50"/>
            <p:cNvSpPr/>
            <p:nvPr/>
          </p:nvSpPr>
          <p:spPr>
            <a:xfrm>
              <a:off x="6101900" y="2044425"/>
              <a:ext cx="500" cy="34925"/>
            </a:xfrm>
            <a:custGeom>
              <a:avLst/>
              <a:gdLst/>
              <a:ahLst/>
              <a:cxnLst/>
              <a:rect l="l" t="t" r="r" b="b"/>
              <a:pathLst>
                <a:path w="20" h="1397" extrusionOk="0">
                  <a:moveTo>
                    <a:pt x="1" y="0"/>
                  </a:moveTo>
                  <a:lnTo>
                    <a:pt x="1" y="1396"/>
                  </a:lnTo>
                  <a:lnTo>
                    <a:pt x="19" y="1359"/>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4" name="Google Shape;794;p50"/>
            <p:cNvSpPr/>
            <p:nvPr/>
          </p:nvSpPr>
          <p:spPr>
            <a:xfrm>
              <a:off x="6102375" y="2044875"/>
              <a:ext cx="475" cy="33525"/>
            </a:xfrm>
            <a:custGeom>
              <a:avLst/>
              <a:gdLst/>
              <a:ahLst/>
              <a:cxnLst/>
              <a:rect l="l" t="t" r="r" b="b"/>
              <a:pathLst>
                <a:path w="19" h="1341" extrusionOk="0">
                  <a:moveTo>
                    <a:pt x="0" y="1"/>
                  </a:moveTo>
                  <a:lnTo>
                    <a:pt x="0" y="1341"/>
                  </a:lnTo>
                  <a:lnTo>
                    <a:pt x="19" y="132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5" name="Google Shape;795;p50"/>
            <p:cNvSpPr/>
            <p:nvPr/>
          </p:nvSpPr>
          <p:spPr>
            <a:xfrm>
              <a:off x="6102825" y="2045350"/>
              <a:ext cx="500" cy="32600"/>
            </a:xfrm>
            <a:custGeom>
              <a:avLst/>
              <a:gdLst/>
              <a:ahLst/>
              <a:cxnLst/>
              <a:rect l="l" t="t" r="r" b="b"/>
              <a:pathLst>
                <a:path w="20" h="1304" extrusionOk="0">
                  <a:moveTo>
                    <a:pt x="1" y="0"/>
                  </a:moveTo>
                  <a:lnTo>
                    <a:pt x="1" y="1303"/>
                  </a:lnTo>
                  <a:lnTo>
                    <a:pt x="20" y="1285"/>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6" name="Google Shape;796;p50"/>
            <p:cNvSpPr/>
            <p:nvPr/>
          </p:nvSpPr>
          <p:spPr>
            <a:xfrm>
              <a:off x="6103300" y="2045825"/>
              <a:ext cx="500" cy="31650"/>
            </a:xfrm>
            <a:custGeom>
              <a:avLst/>
              <a:gdLst/>
              <a:ahLst/>
              <a:cxnLst/>
              <a:rect l="l" t="t" r="r" b="b"/>
              <a:pathLst>
                <a:path w="20" h="1266" extrusionOk="0">
                  <a:moveTo>
                    <a:pt x="1" y="0"/>
                  </a:moveTo>
                  <a:lnTo>
                    <a:pt x="1" y="1266"/>
                  </a:lnTo>
                  <a:lnTo>
                    <a:pt x="19" y="1247"/>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7" name="Google Shape;797;p50"/>
            <p:cNvSpPr/>
            <p:nvPr/>
          </p:nvSpPr>
          <p:spPr>
            <a:xfrm>
              <a:off x="6103775" y="2046750"/>
              <a:ext cx="475" cy="30250"/>
            </a:xfrm>
            <a:custGeom>
              <a:avLst/>
              <a:gdLst/>
              <a:ahLst/>
              <a:cxnLst/>
              <a:rect l="l" t="t" r="r" b="b"/>
              <a:pathLst>
                <a:path w="19" h="1210" extrusionOk="0">
                  <a:moveTo>
                    <a:pt x="0" y="0"/>
                  </a:moveTo>
                  <a:lnTo>
                    <a:pt x="0" y="1210"/>
                  </a:lnTo>
                  <a:lnTo>
                    <a:pt x="19" y="1191"/>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8" name="Google Shape;798;p50"/>
            <p:cNvSpPr/>
            <p:nvPr/>
          </p:nvSpPr>
          <p:spPr>
            <a:xfrm>
              <a:off x="6104225" y="2047200"/>
              <a:ext cx="950" cy="29350"/>
            </a:xfrm>
            <a:custGeom>
              <a:avLst/>
              <a:gdLst/>
              <a:ahLst/>
              <a:cxnLst/>
              <a:rect l="l" t="t" r="r" b="b"/>
              <a:pathLst>
                <a:path w="38" h="1174" extrusionOk="0">
                  <a:moveTo>
                    <a:pt x="1" y="1"/>
                  </a:moveTo>
                  <a:lnTo>
                    <a:pt x="1" y="1173"/>
                  </a:lnTo>
                  <a:lnTo>
                    <a:pt x="38" y="1155"/>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9" name="Google Shape;799;p50"/>
            <p:cNvSpPr/>
            <p:nvPr/>
          </p:nvSpPr>
          <p:spPr>
            <a:xfrm>
              <a:off x="6105175" y="2047675"/>
              <a:ext cx="475" cy="28400"/>
            </a:xfrm>
            <a:custGeom>
              <a:avLst/>
              <a:gdLst/>
              <a:ahLst/>
              <a:cxnLst/>
              <a:rect l="l" t="t" r="r" b="b"/>
              <a:pathLst>
                <a:path w="19" h="1136" extrusionOk="0">
                  <a:moveTo>
                    <a:pt x="0" y="1"/>
                  </a:moveTo>
                  <a:lnTo>
                    <a:pt x="0" y="1136"/>
                  </a:lnTo>
                  <a:lnTo>
                    <a:pt x="19" y="1099"/>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0" name="Google Shape;800;p50"/>
            <p:cNvSpPr/>
            <p:nvPr/>
          </p:nvSpPr>
          <p:spPr>
            <a:xfrm>
              <a:off x="6105625" y="2048150"/>
              <a:ext cx="500" cy="27000"/>
            </a:xfrm>
            <a:custGeom>
              <a:avLst/>
              <a:gdLst/>
              <a:ahLst/>
              <a:cxnLst/>
              <a:rect l="l" t="t" r="r" b="b"/>
              <a:pathLst>
                <a:path w="20" h="1080" extrusionOk="0">
                  <a:moveTo>
                    <a:pt x="1" y="0"/>
                  </a:moveTo>
                  <a:lnTo>
                    <a:pt x="1" y="1080"/>
                  </a:lnTo>
                  <a:lnTo>
                    <a:pt x="19" y="1061"/>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1" name="Google Shape;801;p50"/>
            <p:cNvSpPr/>
            <p:nvPr/>
          </p:nvSpPr>
          <p:spPr>
            <a:xfrm>
              <a:off x="6106100" y="2048600"/>
              <a:ext cx="475" cy="26075"/>
            </a:xfrm>
            <a:custGeom>
              <a:avLst/>
              <a:gdLst/>
              <a:ahLst/>
              <a:cxnLst/>
              <a:rect l="l" t="t" r="r" b="b"/>
              <a:pathLst>
                <a:path w="19" h="1043" extrusionOk="0">
                  <a:moveTo>
                    <a:pt x="0" y="1"/>
                  </a:moveTo>
                  <a:lnTo>
                    <a:pt x="0" y="1043"/>
                  </a:lnTo>
                  <a:lnTo>
                    <a:pt x="19" y="1024"/>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2" name="Google Shape;802;p50"/>
            <p:cNvSpPr/>
            <p:nvPr/>
          </p:nvSpPr>
          <p:spPr>
            <a:xfrm>
              <a:off x="6106550" y="2049075"/>
              <a:ext cx="500" cy="25150"/>
            </a:xfrm>
            <a:custGeom>
              <a:avLst/>
              <a:gdLst/>
              <a:ahLst/>
              <a:cxnLst/>
              <a:rect l="l" t="t" r="r" b="b"/>
              <a:pathLst>
                <a:path w="20" h="1006" extrusionOk="0">
                  <a:moveTo>
                    <a:pt x="1" y="0"/>
                  </a:moveTo>
                  <a:lnTo>
                    <a:pt x="1" y="1005"/>
                  </a:lnTo>
                  <a:lnTo>
                    <a:pt x="19" y="987"/>
                  </a:lnTo>
                  <a:lnTo>
                    <a:pt x="19" y="38"/>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3" name="Google Shape;803;p50"/>
            <p:cNvSpPr/>
            <p:nvPr/>
          </p:nvSpPr>
          <p:spPr>
            <a:xfrm>
              <a:off x="6107025" y="2050000"/>
              <a:ext cx="500" cy="23750"/>
            </a:xfrm>
            <a:custGeom>
              <a:avLst/>
              <a:gdLst/>
              <a:ahLst/>
              <a:cxnLst/>
              <a:rect l="l" t="t" r="r" b="b"/>
              <a:pathLst>
                <a:path w="20" h="950" extrusionOk="0">
                  <a:moveTo>
                    <a:pt x="0" y="1"/>
                  </a:moveTo>
                  <a:lnTo>
                    <a:pt x="0" y="950"/>
                  </a:lnTo>
                  <a:lnTo>
                    <a:pt x="19" y="931"/>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4" name="Google Shape;804;p50"/>
            <p:cNvSpPr/>
            <p:nvPr/>
          </p:nvSpPr>
          <p:spPr>
            <a:xfrm>
              <a:off x="6107500" y="2050475"/>
              <a:ext cx="950" cy="22825"/>
            </a:xfrm>
            <a:custGeom>
              <a:avLst/>
              <a:gdLst/>
              <a:ahLst/>
              <a:cxnLst/>
              <a:rect l="l" t="t" r="r" b="b"/>
              <a:pathLst>
                <a:path w="38" h="913" extrusionOk="0">
                  <a:moveTo>
                    <a:pt x="0" y="0"/>
                  </a:moveTo>
                  <a:lnTo>
                    <a:pt x="0" y="912"/>
                  </a:lnTo>
                  <a:lnTo>
                    <a:pt x="37" y="893"/>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5" name="Google Shape;805;p50"/>
            <p:cNvSpPr/>
            <p:nvPr/>
          </p:nvSpPr>
          <p:spPr>
            <a:xfrm>
              <a:off x="6108425" y="2050925"/>
              <a:ext cx="475" cy="21900"/>
            </a:xfrm>
            <a:custGeom>
              <a:avLst/>
              <a:gdLst/>
              <a:ahLst/>
              <a:cxnLst/>
              <a:rect l="l" t="t" r="r" b="b"/>
              <a:pathLst>
                <a:path w="19" h="876" extrusionOk="0">
                  <a:moveTo>
                    <a:pt x="0" y="1"/>
                  </a:moveTo>
                  <a:lnTo>
                    <a:pt x="0" y="875"/>
                  </a:lnTo>
                  <a:lnTo>
                    <a:pt x="19" y="838"/>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6" name="Google Shape;806;p50"/>
            <p:cNvSpPr/>
            <p:nvPr/>
          </p:nvSpPr>
          <p:spPr>
            <a:xfrm>
              <a:off x="6108875" y="2051400"/>
              <a:ext cx="500" cy="20500"/>
            </a:xfrm>
            <a:custGeom>
              <a:avLst/>
              <a:gdLst/>
              <a:ahLst/>
              <a:cxnLst/>
              <a:rect l="l" t="t" r="r" b="b"/>
              <a:pathLst>
                <a:path w="20" h="820" extrusionOk="0">
                  <a:moveTo>
                    <a:pt x="1" y="0"/>
                  </a:moveTo>
                  <a:lnTo>
                    <a:pt x="1" y="819"/>
                  </a:lnTo>
                  <a:lnTo>
                    <a:pt x="20" y="80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7" name="Google Shape;807;p50"/>
            <p:cNvSpPr/>
            <p:nvPr/>
          </p:nvSpPr>
          <p:spPr>
            <a:xfrm>
              <a:off x="6109350" y="2051875"/>
              <a:ext cx="500" cy="19550"/>
            </a:xfrm>
            <a:custGeom>
              <a:avLst/>
              <a:gdLst/>
              <a:ahLst/>
              <a:cxnLst/>
              <a:rect l="l" t="t" r="r" b="b"/>
              <a:pathLst>
                <a:path w="20" h="782" extrusionOk="0">
                  <a:moveTo>
                    <a:pt x="1" y="0"/>
                  </a:moveTo>
                  <a:lnTo>
                    <a:pt x="1" y="782"/>
                  </a:lnTo>
                  <a:lnTo>
                    <a:pt x="19" y="76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8" name="Google Shape;808;p50"/>
            <p:cNvSpPr/>
            <p:nvPr/>
          </p:nvSpPr>
          <p:spPr>
            <a:xfrm>
              <a:off x="6109825" y="2052325"/>
              <a:ext cx="475" cy="18650"/>
            </a:xfrm>
            <a:custGeom>
              <a:avLst/>
              <a:gdLst/>
              <a:ahLst/>
              <a:cxnLst/>
              <a:rect l="l" t="t" r="r" b="b"/>
              <a:pathLst>
                <a:path w="19" h="746" extrusionOk="0">
                  <a:moveTo>
                    <a:pt x="0" y="1"/>
                  </a:moveTo>
                  <a:lnTo>
                    <a:pt x="0" y="745"/>
                  </a:lnTo>
                  <a:lnTo>
                    <a:pt x="19" y="72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9" name="Google Shape;809;p50"/>
            <p:cNvSpPr/>
            <p:nvPr/>
          </p:nvSpPr>
          <p:spPr>
            <a:xfrm>
              <a:off x="6110275" y="2053250"/>
              <a:ext cx="500" cy="17250"/>
            </a:xfrm>
            <a:custGeom>
              <a:avLst/>
              <a:gdLst/>
              <a:ahLst/>
              <a:cxnLst/>
              <a:rect l="l" t="t" r="r" b="b"/>
              <a:pathLst>
                <a:path w="20" h="690" extrusionOk="0">
                  <a:moveTo>
                    <a:pt x="1" y="1"/>
                  </a:moveTo>
                  <a:lnTo>
                    <a:pt x="1" y="689"/>
                  </a:lnTo>
                  <a:lnTo>
                    <a:pt x="19" y="67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0" name="Google Shape;810;p50"/>
            <p:cNvSpPr/>
            <p:nvPr/>
          </p:nvSpPr>
          <p:spPr>
            <a:xfrm>
              <a:off x="6110750" y="2053725"/>
              <a:ext cx="950" cy="16300"/>
            </a:xfrm>
            <a:custGeom>
              <a:avLst/>
              <a:gdLst/>
              <a:ahLst/>
              <a:cxnLst/>
              <a:rect l="l" t="t" r="r" b="b"/>
              <a:pathLst>
                <a:path w="38" h="652" extrusionOk="0">
                  <a:moveTo>
                    <a:pt x="0" y="0"/>
                  </a:moveTo>
                  <a:lnTo>
                    <a:pt x="0" y="652"/>
                  </a:lnTo>
                  <a:lnTo>
                    <a:pt x="38" y="633"/>
                  </a:lnTo>
                  <a:lnTo>
                    <a:pt x="38"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1" name="Google Shape;811;p50"/>
            <p:cNvSpPr/>
            <p:nvPr/>
          </p:nvSpPr>
          <p:spPr>
            <a:xfrm>
              <a:off x="6111675" y="2054200"/>
              <a:ext cx="500" cy="15375"/>
            </a:xfrm>
            <a:custGeom>
              <a:avLst/>
              <a:gdLst/>
              <a:ahLst/>
              <a:cxnLst/>
              <a:rect l="l" t="t" r="r" b="b"/>
              <a:pathLst>
                <a:path w="20" h="615" extrusionOk="0">
                  <a:moveTo>
                    <a:pt x="1" y="0"/>
                  </a:moveTo>
                  <a:lnTo>
                    <a:pt x="1" y="614"/>
                  </a:lnTo>
                  <a:lnTo>
                    <a:pt x="19" y="57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2" name="Google Shape;812;p50"/>
            <p:cNvSpPr/>
            <p:nvPr/>
          </p:nvSpPr>
          <p:spPr>
            <a:xfrm>
              <a:off x="6112150" y="2054650"/>
              <a:ext cx="475" cy="13975"/>
            </a:xfrm>
            <a:custGeom>
              <a:avLst/>
              <a:gdLst/>
              <a:ahLst/>
              <a:cxnLst/>
              <a:rect l="l" t="t" r="r" b="b"/>
              <a:pathLst>
                <a:path w="19" h="559" extrusionOk="0">
                  <a:moveTo>
                    <a:pt x="0" y="1"/>
                  </a:moveTo>
                  <a:lnTo>
                    <a:pt x="0" y="559"/>
                  </a:lnTo>
                  <a:lnTo>
                    <a:pt x="19" y="54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3" name="Google Shape;813;p50"/>
            <p:cNvSpPr/>
            <p:nvPr/>
          </p:nvSpPr>
          <p:spPr>
            <a:xfrm>
              <a:off x="6112600" y="2055125"/>
              <a:ext cx="500" cy="13050"/>
            </a:xfrm>
            <a:custGeom>
              <a:avLst/>
              <a:gdLst/>
              <a:ahLst/>
              <a:cxnLst/>
              <a:rect l="l" t="t" r="r" b="b"/>
              <a:pathLst>
                <a:path w="20" h="522" extrusionOk="0">
                  <a:moveTo>
                    <a:pt x="1" y="0"/>
                  </a:moveTo>
                  <a:lnTo>
                    <a:pt x="1" y="521"/>
                  </a:lnTo>
                  <a:lnTo>
                    <a:pt x="19" y="5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4" name="Google Shape;814;p50"/>
            <p:cNvSpPr/>
            <p:nvPr/>
          </p:nvSpPr>
          <p:spPr>
            <a:xfrm>
              <a:off x="6113075" y="2055575"/>
              <a:ext cx="475" cy="12125"/>
            </a:xfrm>
            <a:custGeom>
              <a:avLst/>
              <a:gdLst/>
              <a:ahLst/>
              <a:cxnLst/>
              <a:rect l="l" t="t" r="r" b="b"/>
              <a:pathLst>
                <a:path w="19" h="485" extrusionOk="0">
                  <a:moveTo>
                    <a:pt x="0" y="1"/>
                  </a:moveTo>
                  <a:lnTo>
                    <a:pt x="0" y="485"/>
                  </a:lnTo>
                  <a:lnTo>
                    <a:pt x="19" y="46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5" name="Google Shape;815;p50"/>
            <p:cNvSpPr/>
            <p:nvPr/>
          </p:nvSpPr>
          <p:spPr>
            <a:xfrm>
              <a:off x="6113550" y="2056525"/>
              <a:ext cx="475" cy="10725"/>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6" name="Google Shape;816;p50"/>
            <p:cNvSpPr/>
            <p:nvPr/>
          </p:nvSpPr>
          <p:spPr>
            <a:xfrm>
              <a:off x="6114000" y="2056975"/>
              <a:ext cx="950" cy="9800"/>
            </a:xfrm>
            <a:custGeom>
              <a:avLst/>
              <a:gdLst/>
              <a:ahLst/>
              <a:cxnLst/>
              <a:rect l="l" t="t" r="r" b="b"/>
              <a:pathLst>
                <a:path w="38" h="392" extrusionOk="0">
                  <a:moveTo>
                    <a:pt x="1" y="1"/>
                  </a:moveTo>
                  <a:lnTo>
                    <a:pt x="1" y="392"/>
                  </a:lnTo>
                  <a:lnTo>
                    <a:pt x="38" y="373"/>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7" name="Google Shape;817;p50"/>
            <p:cNvSpPr/>
            <p:nvPr/>
          </p:nvSpPr>
          <p:spPr>
            <a:xfrm>
              <a:off x="6114925" y="2057450"/>
              <a:ext cx="500" cy="8850"/>
            </a:xfrm>
            <a:custGeom>
              <a:avLst/>
              <a:gdLst/>
              <a:ahLst/>
              <a:cxnLst/>
              <a:rect l="l" t="t" r="r" b="b"/>
              <a:pathLst>
                <a:path w="20" h="354" extrusionOk="0">
                  <a:moveTo>
                    <a:pt x="1" y="0"/>
                  </a:moveTo>
                  <a:lnTo>
                    <a:pt x="1" y="354"/>
                  </a:lnTo>
                  <a:lnTo>
                    <a:pt x="19" y="31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8" name="Google Shape;818;p50"/>
            <p:cNvSpPr/>
            <p:nvPr/>
          </p:nvSpPr>
          <p:spPr>
            <a:xfrm>
              <a:off x="6115400" y="2057900"/>
              <a:ext cx="500" cy="7475"/>
            </a:xfrm>
            <a:custGeom>
              <a:avLst/>
              <a:gdLst/>
              <a:ahLst/>
              <a:cxnLst/>
              <a:rect l="l" t="t" r="r" b="b"/>
              <a:pathLst>
                <a:path w="20" h="299" extrusionOk="0">
                  <a:moveTo>
                    <a:pt x="0" y="1"/>
                  </a:moveTo>
                  <a:lnTo>
                    <a:pt x="0" y="299"/>
                  </a:lnTo>
                  <a:lnTo>
                    <a:pt x="19" y="28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9" name="Google Shape;819;p50"/>
            <p:cNvSpPr/>
            <p:nvPr/>
          </p:nvSpPr>
          <p:spPr>
            <a:xfrm>
              <a:off x="6115875" y="2058375"/>
              <a:ext cx="475" cy="6550"/>
            </a:xfrm>
            <a:custGeom>
              <a:avLst/>
              <a:gdLst/>
              <a:ahLst/>
              <a:cxnLst/>
              <a:rect l="l" t="t" r="r" b="b"/>
              <a:pathLst>
                <a:path w="19" h="262" extrusionOk="0">
                  <a:moveTo>
                    <a:pt x="0" y="1"/>
                  </a:moveTo>
                  <a:lnTo>
                    <a:pt x="0" y="261"/>
                  </a:lnTo>
                  <a:lnTo>
                    <a:pt x="19" y="24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0" name="Google Shape;820;p50"/>
            <p:cNvSpPr/>
            <p:nvPr/>
          </p:nvSpPr>
          <p:spPr>
            <a:xfrm>
              <a:off x="6116325" y="2058850"/>
              <a:ext cx="500" cy="5600"/>
            </a:xfrm>
            <a:custGeom>
              <a:avLst/>
              <a:gdLst/>
              <a:ahLst/>
              <a:cxnLst/>
              <a:rect l="l" t="t" r="r" b="b"/>
              <a:pathLst>
                <a:path w="20" h="224" extrusionOk="0">
                  <a:moveTo>
                    <a:pt x="1" y="0"/>
                  </a:moveTo>
                  <a:lnTo>
                    <a:pt x="1" y="223"/>
                  </a:lnTo>
                  <a:lnTo>
                    <a:pt x="19" y="205"/>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1" name="Google Shape;821;p50"/>
            <p:cNvSpPr/>
            <p:nvPr/>
          </p:nvSpPr>
          <p:spPr>
            <a:xfrm>
              <a:off x="6116800" y="2059775"/>
              <a:ext cx="475" cy="4200"/>
            </a:xfrm>
            <a:custGeom>
              <a:avLst/>
              <a:gdLst/>
              <a:ahLst/>
              <a:cxnLst/>
              <a:rect l="l" t="t" r="r" b="b"/>
              <a:pathLst>
                <a:path w="19" h="168" extrusionOk="0">
                  <a:moveTo>
                    <a:pt x="0" y="0"/>
                  </a:moveTo>
                  <a:lnTo>
                    <a:pt x="0" y="168"/>
                  </a:lnTo>
                  <a:lnTo>
                    <a:pt x="19" y="149"/>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2" name="Google Shape;822;p50"/>
            <p:cNvSpPr/>
            <p:nvPr/>
          </p:nvSpPr>
          <p:spPr>
            <a:xfrm>
              <a:off x="6117250" y="2060225"/>
              <a:ext cx="975" cy="3300"/>
            </a:xfrm>
            <a:custGeom>
              <a:avLst/>
              <a:gdLst/>
              <a:ahLst/>
              <a:cxnLst/>
              <a:rect l="l" t="t" r="r" b="b"/>
              <a:pathLst>
                <a:path w="39" h="132" extrusionOk="0">
                  <a:moveTo>
                    <a:pt x="1" y="1"/>
                  </a:moveTo>
                  <a:lnTo>
                    <a:pt x="1" y="131"/>
                  </a:lnTo>
                  <a:lnTo>
                    <a:pt x="38" y="113"/>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3" name="Google Shape;823;p50"/>
            <p:cNvSpPr/>
            <p:nvPr/>
          </p:nvSpPr>
          <p:spPr>
            <a:xfrm>
              <a:off x="6118200" y="2060700"/>
              <a:ext cx="475" cy="2350"/>
            </a:xfrm>
            <a:custGeom>
              <a:avLst/>
              <a:gdLst/>
              <a:ahLst/>
              <a:cxnLst/>
              <a:rect l="l" t="t" r="r" b="b"/>
              <a:pathLst>
                <a:path w="19" h="94" extrusionOk="0">
                  <a:moveTo>
                    <a:pt x="0" y="1"/>
                  </a:moveTo>
                  <a:lnTo>
                    <a:pt x="0" y="94"/>
                  </a:lnTo>
                  <a:lnTo>
                    <a:pt x="19" y="5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4" name="Google Shape;824;p50"/>
            <p:cNvSpPr/>
            <p:nvPr/>
          </p:nvSpPr>
          <p:spPr>
            <a:xfrm>
              <a:off x="6118650" y="2061175"/>
              <a:ext cx="500" cy="950"/>
            </a:xfrm>
            <a:custGeom>
              <a:avLst/>
              <a:gdLst/>
              <a:ahLst/>
              <a:cxnLst/>
              <a:rect l="l" t="t" r="r" b="b"/>
              <a:pathLst>
                <a:path w="20" h="38" extrusionOk="0">
                  <a:moveTo>
                    <a:pt x="1" y="0"/>
                  </a:moveTo>
                  <a:lnTo>
                    <a:pt x="1" y="3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5" name="Google Shape;825;p50"/>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26" name="Google Shape;826;p50"/>
          <p:cNvGrpSpPr/>
          <p:nvPr/>
        </p:nvGrpSpPr>
        <p:grpSpPr>
          <a:xfrm>
            <a:off x="8502856" y="115366"/>
            <a:ext cx="849275" cy="848250"/>
            <a:chOff x="2651171" y="2397773"/>
            <a:chExt cx="2099568" cy="2097033"/>
          </a:xfrm>
        </p:grpSpPr>
        <p:sp>
          <p:nvSpPr>
            <p:cNvPr id="827" name="Google Shape;827;p50"/>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8" name="Google Shape;828;p50"/>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829" name="Google Shape;829;p50"/>
          <p:cNvGrpSpPr/>
          <p:nvPr/>
        </p:nvGrpSpPr>
        <p:grpSpPr>
          <a:xfrm>
            <a:off x="8163956" y="115366"/>
            <a:ext cx="849275" cy="848250"/>
            <a:chOff x="2651171" y="2397773"/>
            <a:chExt cx="2099568" cy="2097033"/>
          </a:xfrm>
        </p:grpSpPr>
        <p:sp>
          <p:nvSpPr>
            <p:cNvPr id="830" name="Google Shape;830;p50"/>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1" name="Google Shape;831;p50"/>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2151"/>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2152"/>
        <p:cNvGrpSpPr/>
        <p:nvPr/>
      </p:nvGrpSpPr>
      <p:grpSpPr>
        <a:xfrm>
          <a:off x="0" y="0"/>
          <a:ext cx="0" cy="0"/>
          <a:chOff x="0" y="0"/>
          <a:chExt cx="0" cy="0"/>
        </a:xfrm>
      </p:grpSpPr>
      <p:sp>
        <p:nvSpPr>
          <p:cNvPr id="2153" name="Google Shape;2153;p75"/>
          <p:cNvSpPr/>
          <p:nvPr/>
        </p:nvSpPr>
        <p:spPr>
          <a:xfrm flipH="1">
            <a:off x="102342" y="102777"/>
            <a:ext cx="724127" cy="726303"/>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154" name="Google Shape;2154;p75"/>
          <p:cNvGrpSpPr/>
          <p:nvPr/>
        </p:nvGrpSpPr>
        <p:grpSpPr>
          <a:xfrm flipH="1">
            <a:off x="-603882" y="-418180"/>
            <a:ext cx="2136578" cy="1768212"/>
            <a:chOff x="5440750" y="1669400"/>
            <a:chExt cx="971525" cy="804025"/>
          </a:xfrm>
        </p:grpSpPr>
        <p:sp>
          <p:nvSpPr>
            <p:cNvPr id="2155" name="Google Shape;2155;p75"/>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6" name="Google Shape;2156;p75"/>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7" name="Google Shape;2157;p75"/>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8" name="Google Shape;2158;p75"/>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9" name="Google Shape;2159;p75"/>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0" name="Google Shape;2160;p75"/>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1" name="Google Shape;2161;p75"/>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2" name="Google Shape;2162;p75"/>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3" name="Google Shape;2163;p75"/>
            <p:cNvSpPr/>
            <p:nvPr/>
          </p:nvSpPr>
          <p:spPr>
            <a:xfrm>
              <a:off x="6140976" y="230127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4" name="Google Shape;2164;p75"/>
            <p:cNvSpPr/>
            <p:nvPr/>
          </p:nvSpPr>
          <p:spPr>
            <a:xfrm>
              <a:off x="6135401" y="2295919"/>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5" name="Google Shape;2165;p75"/>
            <p:cNvSpPr/>
            <p:nvPr/>
          </p:nvSpPr>
          <p:spPr>
            <a:xfrm>
              <a:off x="6163776" y="2324294"/>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166" name="Google Shape;2166;p75"/>
          <p:cNvGrpSpPr/>
          <p:nvPr/>
        </p:nvGrpSpPr>
        <p:grpSpPr>
          <a:xfrm>
            <a:off x="-1110993" y="1389236"/>
            <a:ext cx="2429466" cy="2063219"/>
            <a:chOff x="4665875" y="2808650"/>
            <a:chExt cx="993850" cy="844025"/>
          </a:xfrm>
        </p:grpSpPr>
        <p:sp>
          <p:nvSpPr>
            <p:cNvPr id="2167" name="Google Shape;2167;p75"/>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8" name="Google Shape;2168;p75"/>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9" name="Google Shape;2169;p75"/>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0" name="Google Shape;2170;p75"/>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1" name="Google Shape;2171;p75"/>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2" name="Google Shape;2172;p75"/>
            <p:cNvSpPr/>
            <p:nvPr/>
          </p:nvSpPr>
          <p:spPr>
            <a:xfrm>
              <a:off x="4967653" y="3046159"/>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3" name="Google Shape;2173;p75"/>
            <p:cNvSpPr/>
            <p:nvPr/>
          </p:nvSpPr>
          <p:spPr>
            <a:xfrm>
              <a:off x="5034653" y="3113159"/>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174" name="Google Shape;2174;p75"/>
          <p:cNvGrpSpPr/>
          <p:nvPr/>
        </p:nvGrpSpPr>
        <p:grpSpPr>
          <a:xfrm flipH="1">
            <a:off x="6738226" y="2911751"/>
            <a:ext cx="3525470" cy="3410618"/>
            <a:chOff x="5440750" y="1669400"/>
            <a:chExt cx="971525" cy="939875"/>
          </a:xfrm>
        </p:grpSpPr>
        <p:sp>
          <p:nvSpPr>
            <p:cNvPr id="2175" name="Google Shape;2175;p75"/>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6" name="Google Shape;2176;p75"/>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7" name="Google Shape;2177;p75"/>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8" name="Google Shape;2178;p75"/>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9" name="Google Shape;2179;p75"/>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0" name="Google Shape;2180;p75"/>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1" name="Google Shape;2181;p75"/>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2" name="Google Shape;2182;p75"/>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3" name="Google Shape;2183;p75"/>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4" name="Google Shape;2184;p75"/>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5" name="Google Shape;2185;p75"/>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6" name="Google Shape;2186;p75"/>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187" name="Google Shape;2187;p75"/>
          <p:cNvGrpSpPr/>
          <p:nvPr/>
        </p:nvGrpSpPr>
        <p:grpSpPr>
          <a:xfrm rot="5400000">
            <a:off x="6875511" y="1422360"/>
            <a:ext cx="2695006" cy="2887947"/>
            <a:chOff x="5440750" y="1669400"/>
            <a:chExt cx="975815" cy="1045676"/>
          </a:xfrm>
        </p:grpSpPr>
        <p:sp>
          <p:nvSpPr>
            <p:cNvPr id="2188" name="Google Shape;2188;p75"/>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9" name="Google Shape;2189;p75"/>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0" name="Google Shape;2190;p75"/>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1" name="Google Shape;2191;p75"/>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2" name="Google Shape;2192;p75"/>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3" name="Google Shape;2193;p75"/>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4" name="Google Shape;2194;p75"/>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5" name="Google Shape;2195;p75"/>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6" name="Google Shape;2196;p75"/>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7" name="Google Shape;2197;p75"/>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8" name="Google Shape;2198;p75"/>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9" name="Google Shape;2199;p75"/>
            <p:cNvSpPr/>
            <p:nvPr/>
          </p:nvSpPr>
          <p:spPr>
            <a:xfrm>
              <a:off x="6107140" y="2405651"/>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2200"/>
        <p:cNvGrpSpPr/>
        <p:nvPr/>
      </p:nvGrpSpPr>
      <p:grpSpPr>
        <a:xfrm>
          <a:off x="0" y="0"/>
          <a:ext cx="0" cy="0"/>
          <a:chOff x="0" y="0"/>
          <a:chExt cx="0" cy="0"/>
        </a:xfrm>
      </p:grpSpPr>
      <p:grpSp>
        <p:nvGrpSpPr>
          <p:cNvPr id="2201" name="Google Shape;2201;p76"/>
          <p:cNvGrpSpPr/>
          <p:nvPr/>
        </p:nvGrpSpPr>
        <p:grpSpPr>
          <a:xfrm rot="10800000" flipH="1">
            <a:off x="-1215840" y="503176"/>
            <a:ext cx="2872823" cy="2439739"/>
            <a:chOff x="4665875" y="2808650"/>
            <a:chExt cx="993850" cy="844025"/>
          </a:xfrm>
        </p:grpSpPr>
        <p:sp>
          <p:nvSpPr>
            <p:cNvPr id="2202" name="Google Shape;2202;p76"/>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3" name="Google Shape;2203;p76"/>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4" name="Google Shape;2204;p76"/>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5" name="Google Shape;2205;p76"/>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6" name="Google Shape;2206;p76"/>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7" name="Google Shape;2207;p76"/>
            <p:cNvSpPr/>
            <p:nvPr/>
          </p:nvSpPr>
          <p:spPr>
            <a:xfrm>
              <a:off x="5047532" y="3035061"/>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8" name="Google Shape;2208;p76"/>
            <p:cNvSpPr/>
            <p:nvPr/>
          </p:nvSpPr>
          <p:spPr>
            <a:xfrm>
              <a:off x="5114532" y="3102061"/>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209" name="Google Shape;2209;p76"/>
          <p:cNvGrpSpPr/>
          <p:nvPr/>
        </p:nvGrpSpPr>
        <p:grpSpPr>
          <a:xfrm rot="10800000" flipH="1">
            <a:off x="-309809" y="2691848"/>
            <a:ext cx="2872292" cy="2378232"/>
            <a:chOff x="2210400" y="2558550"/>
            <a:chExt cx="971025" cy="804000"/>
          </a:xfrm>
        </p:grpSpPr>
        <p:sp>
          <p:nvSpPr>
            <p:cNvPr id="2210" name="Google Shape;2210;p76"/>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1" name="Google Shape;2211;p76"/>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2" name="Google Shape;2212;p76"/>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3" name="Google Shape;2213;p76"/>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4" name="Google Shape;2214;p76"/>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5" name="Google Shape;2215;p76"/>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6" name="Google Shape;2216;p76"/>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7" name="Google Shape;2217;p76"/>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218" name="Google Shape;2218;p76"/>
          <p:cNvSpPr/>
          <p:nvPr/>
        </p:nvSpPr>
        <p:spPr>
          <a:xfrm rot="10800000" flipH="1">
            <a:off x="-94215" y="3081101"/>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9" name="Google Shape;2219;p76"/>
          <p:cNvSpPr/>
          <p:nvPr/>
        </p:nvSpPr>
        <p:spPr>
          <a:xfrm>
            <a:off x="8316930" y="151129"/>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0" name="Google Shape;2220;p76"/>
          <p:cNvSpPr/>
          <p:nvPr/>
        </p:nvSpPr>
        <p:spPr>
          <a:xfrm flipH="1">
            <a:off x="7508346" y="-1174824"/>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221" name="Google Shape;2221;p76"/>
          <p:cNvGrpSpPr/>
          <p:nvPr/>
        </p:nvGrpSpPr>
        <p:grpSpPr>
          <a:xfrm flipH="1">
            <a:off x="6947190" y="-119799"/>
            <a:ext cx="3563418" cy="3276021"/>
            <a:chOff x="4765450" y="2817950"/>
            <a:chExt cx="894275" cy="822150"/>
          </a:xfrm>
        </p:grpSpPr>
        <p:sp>
          <p:nvSpPr>
            <p:cNvPr id="2222" name="Google Shape;2222;p76"/>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3" name="Google Shape;2223;p76"/>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4" name="Google Shape;2224;p76"/>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5" name="Google Shape;2225;p76"/>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rgbClr val="4E29AA"/>
            </a:gs>
            <a:gs pos="100000">
              <a:srgbClr val="674EA7"/>
            </a:gs>
          </a:gsLst>
          <a:lin ang="16200038" scaled="0"/>
        </a:gradFill>
        <a:effectLst/>
      </p:bgPr>
    </p:bg>
    <p:spTree>
      <p:nvGrpSpPr>
        <p:cNvPr id="1" name="Shape 5"/>
        <p:cNvGrpSpPr/>
        <p:nvPr/>
      </p:nvGrpSpPr>
      <p:grpSpPr>
        <a:xfrm>
          <a:off x="0" y="0"/>
          <a:ext cx="0" cy="0"/>
          <a:chOff x="0" y="0"/>
          <a:chExt cx="0" cy="0"/>
        </a:xfrm>
      </p:grpSpPr>
      <p:sp>
        <p:nvSpPr>
          <p:cNvPr id="6" name="Google Shape;6;p42"/>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lt1"/>
              </a:buClr>
              <a:buSzPts val="3300"/>
              <a:buFont typeface="Space Grotesk"/>
              <a:buNone/>
              <a:defRPr sz="3300" b="0" i="0" u="none" strike="noStrike" cap="none">
                <a:solidFill>
                  <a:schemeClr val="lt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3300"/>
              <a:buFont typeface="Space Grotesk"/>
              <a:buNone/>
              <a:defRPr sz="3300" b="0" i="0" u="none" strike="noStrike" cap="none">
                <a:solidFill>
                  <a:schemeClr val="dk1"/>
                </a:solidFill>
                <a:latin typeface="Space Grotesk"/>
                <a:ea typeface="Space Grotesk"/>
                <a:cs typeface="Space Grotesk"/>
                <a:sym typeface="Space Grotesk"/>
              </a:defRPr>
            </a:lvl9pPr>
          </a:lstStyle>
          <a:p>
            <a:endParaRPr/>
          </a:p>
        </p:txBody>
      </p:sp>
      <p:sp>
        <p:nvSpPr>
          <p:cNvPr id="7" name="Google Shape;7;p42"/>
          <p:cNvSpPr txBox="1">
            <a:spLocks noGrp="1"/>
          </p:cNvSpPr>
          <p:nvPr>
            <p:ph type="body" idx="1"/>
          </p:nvPr>
        </p:nvSpPr>
        <p:spPr>
          <a:xfrm>
            <a:off x="713225" y="1246950"/>
            <a:ext cx="77175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00000"/>
              </a:lnSpc>
              <a:spcBef>
                <a:spcPts val="0"/>
              </a:spcBef>
              <a:spcAft>
                <a:spcPts val="0"/>
              </a:spcAft>
              <a:buClr>
                <a:schemeClr val="lt1"/>
              </a:buClr>
              <a:buSzPts val="1800"/>
              <a:buFont typeface="Dosis"/>
              <a:buChar char="●"/>
              <a:defRPr sz="1800" b="0" i="0" u="none" strike="noStrike" cap="none">
                <a:solidFill>
                  <a:schemeClr val="lt1"/>
                </a:solidFill>
                <a:latin typeface="Dosis"/>
                <a:ea typeface="Dosis"/>
                <a:cs typeface="Dosis"/>
                <a:sym typeface="Dosis"/>
              </a:defRPr>
            </a:lvl1pPr>
            <a:lvl2pPr marL="914400" marR="0" lvl="1" indent="-317500" algn="l" rtl="0">
              <a:lnSpc>
                <a:spcPct val="100000"/>
              </a:lnSpc>
              <a:spcBef>
                <a:spcPts val="0"/>
              </a:spcBef>
              <a:spcAft>
                <a:spcPts val="0"/>
              </a:spcAft>
              <a:buClr>
                <a:schemeClr val="lt1"/>
              </a:buClr>
              <a:buSzPts val="1400"/>
              <a:buFont typeface="Dosis"/>
              <a:buChar char="○"/>
              <a:defRPr sz="1400" b="0" i="0" u="none" strike="noStrike" cap="none">
                <a:solidFill>
                  <a:schemeClr val="lt1"/>
                </a:solidFill>
                <a:latin typeface="Dosis"/>
                <a:ea typeface="Dosis"/>
                <a:cs typeface="Dosis"/>
                <a:sym typeface="Dosis"/>
              </a:defRPr>
            </a:lvl2pPr>
            <a:lvl3pPr marL="1371600" marR="0" lvl="2" indent="-317500" algn="l" rtl="0">
              <a:lnSpc>
                <a:spcPct val="100000"/>
              </a:lnSpc>
              <a:spcBef>
                <a:spcPts val="0"/>
              </a:spcBef>
              <a:spcAft>
                <a:spcPts val="0"/>
              </a:spcAft>
              <a:buClr>
                <a:schemeClr val="lt1"/>
              </a:buClr>
              <a:buSzPts val="1400"/>
              <a:buFont typeface="Dosis"/>
              <a:buChar char="■"/>
              <a:defRPr sz="1400" b="0" i="0" u="none" strike="noStrike" cap="none">
                <a:solidFill>
                  <a:schemeClr val="lt1"/>
                </a:solidFill>
                <a:latin typeface="Dosis"/>
                <a:ea typeface="Dosis"/>
                <a:cs typeface="Dosis"/>
                <a:sym typeface="Dosis"/>
              </a:defRPr>
            </a:lvl3pPr>
            <a:lvl4pPr marL="1828800" marR="0" lvl="3" indent="-317500" algn="l" rtl="0">
              <a:lnSpc>
                <a:spcPct val="100000"/>
              </a:lnSpc>
              <a:spcBef>
                <a:spcPts val="0"/>
              </a:spcBef>
              <a:spcAft>
                <a:spcPts val="0"/>
              </a:spcAft>
              <a:buClr>
                <a:schemeClr val="lt1"/>
              </a:buClr>
              <a:buSzPts val="1400"/>
              <a:buFont typeface="Dosis"/>
              <a:buChar char="●"/>
              <a:defRPr sz="1400" b="0" i="0" u="none" strike="noStrike" cap="none">
                <a:solidFill>
                  <a:schemeClr val="lt1"/>
                </a:solidFill>
                <a:latin typeface="Dosis"/>
                <a:ea typeface="Dosis"/>
                <a:cs typeface="Dosis"/>
                <a:sym typeface="Dosis"/>
              </a:defRPr>
            </a:lvl4pPr>
            <a:lvl5pPr marL="2286000" marR="0" lvl="4" indent="-317500" algn="l" rtl="0">
              <a:lnSpc>
                <a:spcPct val="100000"/>
              </a:lnSpc>
              <a:spcBef>
                <a:spcPts val="0"/>
              </a:spcBef>
              <a:spcAft>
                <a:spcPts val="0"/>
              </a:spcAft>
              <a:buClr>
                <a:schemeClr val="lt1"/>
              </a:buClr>
              <a:buSzPts val="1400"/>
              <a:buFont typeface="Dosis"/>
              <a:buChar char="○"/>
              <a:defRPr sz="1400" b="0" i="0" u="none" strike="noStrike" cap="none">
                <a:solidFill>
                  <a:schemeClr val="lt1"/>
                </a:solidFill>
                <a:latin typeface="Dosis"/>
                <a:ea typeface="Dosis"/>
                <a:cs typeface="Dosis"/>
                <a:sym typeface="Dosis"/>
              </a:defRPr>
            </a:lvl5pPr>
            <a:lvl6pPr marL="2743200" marR="0" lvl="5" indent="-317500" algn="l" rtl="0">
              <a:lnSpc>
                <a:spcPct val="100000"/>
              </a:lnSpc>
              <a:spcBef>
                <a:spcPts val="0"/>
              </a:spcBef>
              <a:spcAft>
                <a:spcPts val="0"/>
              </a:spcAft>
              <a:buClr>
                <a:schemeClr val="lt1"/>
              </a:buClr>
              <a:buSzPts val="1400"/>
              <a:buFont typeface="Dosis"/>
              <a:buChar char="■"/>
              <a:defRPr sz="1400" b="0" i="0" u="none" strike="noStrike" cap="none">
                <a:solidFill>
                  <a:schemeClr val="lt1"/>
                </a:solidFill>
                <a:latin typeface="Dosis"/>
                <a:ea typeface="Dosis"/>
                <a:cs typeface="Dosis"/>
                <a:sym typeface="Dosis"/>
              </a:defRPr>
            </a:lvl6pPr>
            <a:lvl7pPr marL="3200400" marR="0" lvl="6" indent="-317500" algn="l" rtl="0">
              <a:lnSpc>
                <a:spcPct val="100000"/>
              </a:lnSpc>
              <a:spcBef>
                <a:spcPts val="0"/>
              </a:spcBef>
              <a:spcAft>
                <a:spcPts val="0"/>
              </a:spcAft>
              <a:buClr>
                <a:schemeClr val="lt1"/>
              </a:buClr>
              <a:buSzPts val="1400"/>
              <a:buFont typeface="Dosis"/>
              <a:buChar char="●"/>
              <a:defRPr sz="1400" b="0" i="0" u="none" strike="noStrike" cap="none">
                <a:solidFill>
                  <a:schemeClr val="lt1"/>
                </a:solidFill>
                <a:latin typeface="Dosis"/>
                <a:ea typeface="Dosis"/>
                <a:cs typeface="Dosis"/>
                <a:sym typeface="Dosis"/>
              </a:defRPr>
            </a:lvl7pPr>
            <a:lvl8pPr marL="3657600" marR="0" lvl="7" indent="-317500" algn="l" rtl="0">
              <a:lnSpc>
                <a:spcPct val="100000"/>
              </a:lnSpc>
              <a:spcBef>
                <a:spcPts val="0"/>
              </a:spcBef>
              <a:spcAft>
                <a:spcPts val="0"/>
              </a:spcAft>
              <a:buClr>
                <a:schemeClr val="lt1"/>
              </a:buClr>
              <a:buSzPts val="1400"/>
              <a:buFont typeface="Dosis"/>
              <a:buChar char="○"/>
              <a:defRPr sz="1400" b="0" i="0" u="none" strike="noStrike" cap="none">
                <a:solidFill>
                  <a:schemeClr val="lt1"/>
                </a:solidFill>
                <a:latin typeface="Dosis"/>
                <a:ea typeface="Dosis"/>
                <a:cs typeface="Dosis"/>
                <a:sym typeface="Dosis"/>
              </a:defRPr>
            </a:lvl8pPr>
            <a:lvl9pPr marL="4114800" marR="0" lvl="8" indent="-317500" algn="l" rtl="0">
              <a:lnSpc>
                <a:spcPct val="100000"/>
              </a:lnSpc>
              <a:spcBef>
                <a:spcPts val="0"/>
              </a:spcBef>
              <a:spcAft>
                <a:spcPts val="0"/>
              </a:spcAft>
              <a:buClr>
                <a:schemeClr val="lt1"/>
              </a:buClr>
              <a:buSzPts val="1400"/>
              <a:buFont typeface="Dosis"/>
              <a:buChar char="■"/>
              <a:defRPr sz="1400" b="0" i="0" u="none" strike="noStrike" cap="none">
                <a:solidFill>
                  <a:schemeClr val="lt1"/>
                </a:solidFill>
                <a:latin typeface="Dosis"/>
                <a:ea typeface="Dosis"/>
                <a:cs typeface="Dosis"/>
                <a:sym typeface="Dosis"/>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80" r:id="rId8"/>
    <p:sldLayoutId id="2147483681" r:id="rId9"/>
    <p:sldLayoutId id="2147483682"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880">
          <p15:clr>
            <a:srgbClr val="EA4335"/>
          </p15:clr>
        </p15:guide>
        <p15:guide id="2" pos="449">
          <p15:clr>
            <a:srgbClr val="EA4335"/>
          </p15:clr>
        </p15:guide>
        <p15:guide id="3" pos="5311">
          <p15:clr>
            <a:srgbClr val="EA4335"/>
          </p15:clr>
        </p15:guide>
        <p15:guide id="4" orient="horz" pos="340">
          <p15:clr>
            <a:srgbClr val="EA4335"/>
          </p15:clr>
        </p15:guide>
        <p15:guide id="5" orient="horz" pos="2903">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4E29AA"/>
            </a:gs>
            <a:gs pos="100000">
              <a:srgbClr val="674EA7"/>
            </a:gs>
          </a:gsLst>
          <a:lin ang="16198662" scaled="0"/>
        </a:gradFill>
        <a:effectLst/>
      </p:bgPr>
    </p:bg>
    <p:spTree>
      <p:nvGrpSpPr>
        <p:cNvPr id="1" name="Shape 2229"/>
        <p:cNvGrpSpPr/>
        <p:nvPr/>
      </p:nvGrpSpPr>
      <p:grpSpPr>
        <a:xfrm>
          <a:off x="0" y="0"/>
          <a:ext cx="0" cy="0"/>
          <a:chOff x="0" y="0"/>
          <a:chExt cx="0" cy="0"/>
        </a:xfrm>
      </p:grpSpPr>
      <p:sp>
        <p:nvSpPr>
          <p:cNvPr id="2230" name="Google Shape;2230;p1"/>
          <p:cNvSpPr txBox="1">
            <a:spLocks noGrp="1"/>
          </p:cNvSpPr>
          <p:nvPr>
            <p:ph type="ctrTitle"/>
          </p:nvPr>
        </p:nvSpPr>
        <p:spPr>
          <a:xfrm>
            <a:off x="682335" y="338729"/>
            <a:ext cx="7779329" cy="3078300"/>
          </a:xfrm>
          <a:prstGeom prst="rect">
            <a:avLst/>
          </a:prstGeom>
          <a:noFill/>
          <a:ln>
            <a:noFill/>
          </a:ln>
        </p:spPr>
        <p:txBody>
          <a:bodyPr spcFirstLastPara="1" wrap="square" lIns="91425" tIns="91425" rIns="91425" bIns="91425" anchor="ctr" anchorCtr="0">
            <a:noAutofit/>
          </a:bodyPr>
          <a:lstStyle/>
          <a:p>
            <a:pPr marL="0" lvl="0" indent="0" algn="l" rtl="0">
              <a:lnSpc>
                <a:spcPct val="80000"/>
              </a:lnSpc>
              <a:spcBef>
                <a:spcPts val="0"/>
              </a:spcBef>
              <a:spcAft>
                <a:spcPts val="0"/>
              </a:spcAft>
              <a:buSzPts val="5200"/>
              <a:buNone/>
            </a:pPr>
            <a:r>
              <a:rPr lang="en" sz="3200" b="1" dirty="0">
                <a:solidFill>
                  <a:schemeClr val="accent1"/>
                </a:solidFill>
              </a:rPr>
              <a:t>Projet 10 </a:t>
            </a:r>
            <a:r>
              <a:rPr lang="en" sz="3200" b="1" dirty="0"/>
              <a:t>: </a:t>
            </a:r>
            <a:r>
              <a:rPr lang="fr-FR" sz="3200" b="1" dirty="0"/>
              <a:t>Analysez une demande business et identifiez les segments du marché les plus pertinents pour votre client</a:t>
            </a:r>
            <a:br>
              <a:rPr lang="en" sz="7200" b="1" dirty="0"/>
            </a:br>
            <a:endParaRPr sz="4000" dirty="0"/>
          </a:p>
        </p:txBody>
      </p:sp>
      <p:sp>
        <p:nvSpPr>
          <p:cNvPr id="2231" name="Google Shape;2231;p1"/>
          <p:cNvSpPr txBox="1">
            <a:spLocks noGrp="1"/>
          </p:cNvSpPr>
          <p:nvPr>
            <p:ph type="subTitle" idx="1"/>
          </p:nvPr>
        </p:nvSpPr>
        <p:spPr>
          <a:xfrm>
            <a:off x="682500" y="3886250"/>
            <a:ext cx="3808500" cy="442200"/>
          </a:xfrm>
          <a:prstGeom prst="rect">
            <a:avLst/>
          </a:prstGeom>
          <a:solidFill>
            <a:srgbClr val="00FF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dirty="0"/>
              <a:t>Par NOURA OUSFIA</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35"/>
        <p:cNvGrpSpPr/>
        <p:nvPr/>
      </p:nvGrpSpPr>
      <p:grpSpPr>
        <a:xfrm>
          <a:off x="0" y="0"/>
          <a:ext cx="0" cy="0"/>
          <a:chOff x="0" y="0"/>
          <a:chExt cx="0" cy="0"/>
        </a:xfrm>
      </p:grpSpPr>
      <p:sp>
        <p:nvSpPr>
          <p:cNvPr id="2236" name="Google Shape;2236;p2"/>
          <p:cNvSpPr txBox="1">
            <a:spLocks noGrp="1"/>
          </p:cNvSpPr>
          <p:nvPr>
            <p:ph type="title" idx="15"/>
          </p:nvPr>
        </p:nvSpPr>
        <p:spPr>
          <a:xfrm>
            <a:off x="713225" y="539500"/>
            <a:ext cx="76803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300"/>
              <a:buNone/>
            </a:pPr>
            <a:r>
              <a:rPr lang="en">
                <a:latin typeface="Space Grotesk Light"/>
                <a:ea typeface="Space Grotesk Light"/>
                <a:cs typeface="Space Grotesk Light"/>
                <a:sym typeface="Space Grotesk Light"/>
              </a:rPr>
              <a:t>Sommaire</a:t>
            </a:r>
            <a:endParaRPr b="1">
              <a:latin typeface="Space Grotesk"/>
              <a:ea typeface="Space Grotesk"/>
              <a:cs typeface="Space Grotesk"/>
              <a:sym typeface="Space Grotesk"/>
            </a:endParaRPr>
          </a:p>
        </p:txBody>
      </p:sp>
      <p:sp>
        <p:nvSpPr>
          <p:cNvPr id="2237" name="Google Shape;2237;p2"/>
          <p:cNvSpPr txBox="1">
            <a:spLocks noGrp="1"/>
          </p:cNvSpPr>
          <p:nvPr>
            <p:ph type="title"/>
          </p:nvPr>
        </p:nvSpPr>
        <p:spPr>
          <a:xfrm>
            <a:off x="1506523" y="1651928"/>
            <a:ext cx="2574300" cy="52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 sz="1600"/>
              <a:t>Le contexte</a:t>
            </a:r>
            <a:endParaRPr sz="1600"/>
          </a:p>
        </p:txBody>
      </p:sp>
      <p:sp>
        <p:nvSpPr>
          <p:cNvPr id="2238" name="Google Shape;2238;p2"/>
          <p:cNvSpPr txBox="1">
            <a:spLocks noGrp="1"/>
          </p:cNvSpPr>
          <p:nvPr>
            <p:ph type="title" idx="2"/>
          </p:nvPr>
        </p:nvSpPr>
        <p:spPr>
          <a:xfrm>
            <a:off x="730301" y="1711675"/>
            <a:ext cx="7761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000"/>
              <a:buNone/>
            </a:pPr>
            <a:r>
              <a:rPr lang="en"/>
              <a:t>01</a:t>
            </a:r>
            <a:endParaRPr/>
          </a:p>
        </p:txBody>
      </p:sp>
      <p:sp>
        <p:nvSpPr>
          <p:cNvPr id="2239" name="Google Shape;2239;p2"/>
          <p:cNvSpPr txBox="1">
            <a:spLocks noGrp="1"/>
          </p:cNvSpPr>
          <p:nvPr>
            <p:ph type="title" idx="3"/>
          </p:nvPr>
        </p:nvSpPr>
        <p:spPr>
          <a:xfrm>
            <a:off x="1506401" y="2571751"/>
            <a:ext cx="2684094" cy="716456"/>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 sz="1600"/>
              <a:t>Analyses des tendances actuelles</a:t>
            </a:r>
            <a:endParaRPr sz="1600"/>
          </a:p>
        </p:txBody>
      </p:sp>
      <p:sp>
        <p:nvSpPr>
          <p:cNvPr id="2240" name="Google Shape;2240;p2"/>
          <p:cNvSpPr txBox="1">
            <a:spLocks noGrp="1"/>
          </p:cNvSpPr>
          <p:nvPr>
            <p:ph type="title" idx="4"/>
          </p:nvPr>
        </p:nvSpPr>
        <p:spPr>
          <a:xfrm>
            <a:off x="730469" y="2725599"/>
            <a:ext cx="7761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000"/>
              <a:buNone/>
            </a:pPr>
            <a:r>
              <a:rPr lang="en"/>
              <a:t>03</a:t>
            </a:r>
            <a:endParaRPr/>
          </a:p>
        </p:txBody>
      </p:sp>
      <p:sp>
        <p:nvSpPr>
          <p:cNvPr id="2241" name="Google Shape;2241;p2"/>
          <p:cNvSpPr txBox="1">
            <a:spLocks noGrp="1"/>
          </p:cNvSpPr>
          <p:nvPr>
            <p:ph type="title" idx="6"/>
          </p:nvPr>
        </p:nvSpPr>
        <p:spPr>
          <a:xfrm>
            <a:off x="5058349" y="1648503"/>
            <a:ext cx="3335175" cy="52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 sz="1600" dirty="0"/>
              <a:t>Les matrices SWOT et PESTEL</a:t>
            </a:r>
            <a:endParaRPr sz="1600" dirty="0"/>
          </a:p>
        </p:txBody>
      </p:sp>
      <p:sp>
        <p:nvSpPr>
          <p:cNvPr id="2242" name="Google Shape;2242;p2"/>
          <p:cNvSpPr txBox="1">
            <a:spLocks noGrp="1"/>
          </p:cNvSpPr>
          <p:nvPr>
            <p:ph type="title" idx="7"/>
          </p:nvPr>
        </p:nvSpPr>
        <p:spPr>
          <a:xfrm>
            <a:off x="4281950" y="1711675"/>
            <a:ext cx="7764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000"/>
              <a:buNone/>
            </a:pPr>
            <a:r>
              <a:rPr lang="en"/>
              <a:t>02</a:t>
            </a:r>
            <a:endParaRPr/>
          </a:p>
        </p:txBody>
      </p:sp>
      <p:sp>
        <p:nvSpPr>
          <p:cNvPr id="2243" name="Google Shape;2243;p2"/>
          <p:cNvSpPr txBox="1">
            <a:spLocks noGrp="1"/>
          </p:cNvSpPr>
          <p:nvPr>
            <p:ph type="title" idx="13"/>
          </p:nvPr>
        </p:nvSpPr>
        <p:spPr>
          <a:xfrm>
            <a:off x="5058350" y="2640612"/>
            <a:ext cx="2574300" cy="653371"/>
          </a:xfrm>
          <a:prstGeom prst="rect">
            <a:avLst/>
          </a:prstGeom>
          <a:noFill/>
          <a:ln>
            <a:noFill/>
          </a:ln>
        </p:spPr>
        <p:txBody>
          <a:bodyPr spcFirstLastPara="1" wrap="square" lIns="91425" tIns="91425" rIns="91425" bIns="91425" anchor="b" anchorCtr="0">
            <a:noAutofit/>
          </a:bodyPr>
          <a:lstStyle/>
          <a:p>
            <a:r>
              <a:rPr lang="fr-FR" sz="1600" dirty="0"/>
              <a:t>Analyses du ou des segment(s)</a:t>
            </a:r>
            <a:endParaRPr sz="1600" dirty="0"/>
          </a:p>
        </p:txBody>
      </p:sp>
      <p:sp>
        <p:nvSpPr>
          <p:cNvPr id="2244" name="Google Shape;2244;p2"/>
          <p:cNvSpPr txBox="1">
            <a:spLocks noGrp="1"/>
          </p:cNvSpPr>
          <p:nvPr>
            <p:ph type="title" idx="9"/>
          </p:nvPr>
        </p:nvSpPr>
        <p:spPr>
          <a:xfrm>
            <a:off x="4282125" y="2725599"/>
            <a:ext cx="7764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000"/>
              <a:buNone/>
            </a:pPr>
            <a:r>
              <a:rPr lang="en"/>
              <a:t>04</a:t>
            </a:r>
            <a:endParaRPr/>
          </a:p>
        </p:txBody>
      </p:sp>
      <p:sp>
        <p:nvSpPr>
          <p:cNvPr id="2245" name="Google Shape;2245;p2"/>
          <p:cNvSpPr txBox="1"/>
          <p:nvPr/>
        </p:nvSpPr>
        <p:spPr>
          <a:xfrm>
            <a:off x="1506401" y="3655901"/>
            <a:ext cx="2684094" cy="653369"/>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2400"/>
              <a:buFont typeface="Space Grotesk"/>
              <a:buNone/>
            </a:pPr>
            <a:r>
              <a:rPr lang="fr-FR" sz="1600" dirty="0">
                <a:solidFill>
                  <a:schemeClr val="lt1"/>
                </a:solidFill>
                <a:latin typeface="Space Grotesk Medium"/>
                <a:cs typeface="Space Grotesk Medium"/>
                <a:sym typeface="Space Grotesk Medium"/>
              </a:rPr>
              <a:t>Les futures tendances et perspectives</a:t>
            </a:r>
            <a:endParaRPr sz="1600" dirty="0">
              <a:solidFill>
                <a:schemeClr val="lt1"/>
              </a:solidFill>
              <a:latin typeface="Space Grotesk Medium"/>
              <a:cs typeface="Space Grotesk Medium"/>
              <a:sym typeface="Space Grotesk Medium"/>
            </a:endParaRPr>
          </a:p>
        </p:txBody>
      </p:sp>
      <p:sp>
        <p:nvSpPr>
          <p:cNvPr id="2246" name="Google Shape;2246;p2"/>
          <p:cNvSpPr txBox="1"/>
          <p:nvPr/>
        </p:nvSpPr>
        <p:spPr>
          <a:xfrm>
            <a:off x="730469" y="3739523"/>
            <a:ext cx="7761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lt1"/>
              </a:buClr>
              <a:buSzPts val="3000"/>
              <a:buFont typeface="Space Grotesk"/>
              <a:buNone/>
            </a:pPr>
            <a:r>
              <a:rPr lang="en" sz="3300" b="1" i="0" u="none" strike="noStrike" cap="none">
                <a:solidFill>
                  <a:schemeClr val="lt1"/>
                </a:solidFill>
                <a:latin typeface="Space Grotesk"/>
                <a:ea typeface="Space Grotesk"/>
                <a:cs typeface="Space Grotesk"/>
                <a:sym typeface="Space Grotesk"/>
              </a:rPr>
              <a:t>05</a:t>
            </a:r>
            <a:endParaRPr/>
          </a:p>
        </p:txBody>
      </p:sp>
      <p:sp>
        <p:nvSpPr>
          <p:cNvPr id="2247" name="Google Shape;2247;p2"/>
          <p:cNvSpPr txBox="1"/>
          <p:nvPr/>
        </p:nvSpPr>
        <p:spPr>
          <a:xfrm>
            <a:off x="5058350" y="3695220"/>
            <a:ext cx="2574300" cy="65337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2400"/>
              <a:buFont typeface="Space Grotesk"/>
              <a:buNone/>
            </a:pPr>
            <a:r>
              <a:rPr lang="en" sz="1600" b="0" i="0" u="none" strike="noStrike" cap="none" dirty="0">
                <a:solidFill>
                  <a:schemeClr val="lt1"/>
                </a:solidFill>
                <a:latin typeface="Space Grotesk Medium"/>
                <a:ea typeface="Space Grotesk Medium"/>
                <a:cs typeface="Space Grotesk Medium"/>
                <a:sym typeface="Space Grotesk Medium"/>
              </a:rPr>
              <a:t>Recommandations stratégiques</a:t>
            </a:r>
            <a:endParaRPr dirty="0"/>
          </a:p>
        </p:txBody>
      </p:sp>
      <p:sp>
        <p:nvSpPr>
          <p:cNvPr id="2248" name="Google Shape;2248;p2"/>
          <p:cNvSpPr txBox="1"/>
          <p:nvPr/>
        </p:nvSpPr>
        <p:spPr>
          <a:xfrm>
            <a:off x="4282125" y="3739523"/>
            <a:ext cx="7764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lt1"/>
              </a:buClr>
              <a:buSzPts val="3000"/>
              <a:buFont typeface="Space Grotesk"/>
              <a:buNone/>
            </a:pPr>
            <a:r>
              <a:rPr lang="en" sz="3300" b="1" i="0" u="none" strike="noStrike" cap="none">
                <a:solidFill>
                  <a:schemeClr val="lt1"/>
                </a:solidFill>
                <a:latin typeface="Space Grotesk"/>
                <a:ea typeface="Space Grotesk"/>
                <a:cs typeface="Space Grotesk"/>
                <a:sym typeface="Space Grotesk"/>
              </a:rPr>
              <a:t>06</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58"/>
        <p:cNvGrpSpPr/>
        <p:nvPr/>
      </p:nvGrpSpPr>
      <p:grpSpPr>
        <a:xfrm>
          <a:off x="0" y="0"/>
          <a:ext cx="0" cy="0"/>
          <a:chOff x="0" y="0"/>
          <a:chExt cx="0" cy="0"/>
        </a:xfrm>
      </p:grpSpPr>
      <p:sp>
        <p:nvSpPr>
          <p:cNvPr id="2259" name="Google Shape;2259;p4"/>
          <p:cNvSpPr txBox="1">
            <a:spLocks noGrp="1"/>
          </p:cNvSpPr>
          <p:nvPr>
            <p:ph type="title"/>
          </p:nvPr>
        </p:nvSpPr>
        <p:spPr>
          <a:xfrm>
            <a:off x="5449425" y="1593575"/>
            <a:ext cx="2998800" cy="1402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200"/>
              <a:buNone/>
            </a:pPr>
            <a:r>
              <a:rPr lang="en"/>
              <a:t>Le contexte</a:t>
            </a:r>
            <a:endParaRPr/>
          </a:p>
        </p:txBody>
      </p:sp>
      <p:sp>
        <p:nvSpPr>
          <p:cNvPr id="2260" name="Google Shape;2260;p4"/>
          <p:cNvSpPr txBox="1">
            <a:spLocks noGrp="1"/>
          </p:cNvSpPr>
          <p:nvPr>
            <p:ph type="title" idx="2"/>
          </p:nvPr>
        </p:nvSpPr>
        <p:spPr>
          <a:xfrm>
            <a:off x="3377825" y="1593575"/>
            <a:ext cx="2015700" cy="14025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2000"/>
              <a:buNone/>
            </a:pPr>
            <a:r>
              <a:rPr lang="en" sz="10000"/>
              <a:t>01</a:t>
            </a:r>
            <a:endParaRPr sz="10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64"/>
        <p:cNvGrpSpPr/>
        <p:nvPr/>
      </p:nvGrpSpPr>
      <p:grpSpPr>
        <a:xfrm>
          <a:off x="0" y="0"/>
          <a:ext cx="0" cy="0"/>
          <a:chOff x="0" y="0"/>
          <a:chExt cx="0" cy="0"/>
        </a:xfrm>
      </p:grpSpPr>
      <p:sp>
        <p:nvSpPr>
          <p:cNvPr id="2265" name="Google Shape;2265;p5"/>
          <p:cNvSpPr txBox="1">
            <a:spLocks noGrp="1"/>
          </p:cNvSpPr>
          <p:nvPr>
            <p:ph type="title"/>
          </p:nvPr>
        </p:nvSpPr>
        <p:spPr>
          <a:xfrm>
            <a:off x="732275" y="722625"/>
            <a:ext cx="6713554" cy="1298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b="1" dirty="0">
                <a:latin typeface="Montserrat"/>
                <a:ea typeface="Montserrat"/>
                <a:cs typeface="Montserrat"/>
                <a:sym typeface="Montserrat"/>
              </a:rPr>
              <a:t>Définir le contexte</a:t>
            </a:r>
            <a:endParaRPr dirty="0"/>
          </a:p>
        </p:txBody>
      </p:sp>
      <p:sp>
        <p:nvSpPr>
          <p:cNvPr id="2266" name="Google Shape;2266;p5"/>
          <p:cNvSpPr txBox="1">
            <a:spLocks noGrp="1"/>
          </p:cNvSpPr>
          <p:nvPr>
            <p:ph type="subTitle" idx="1"/>
          </p:nvPr>
        </p:nvSpPr>
        <p:spPr>
          <a:xfrm>
            <a:off x="569743" y="1887169"/>
            <a:ext cx="8004513" cy="1472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100"/>
              <a:buNone/>
            </a:pPr>
            <a:r>
              <a:rPr lang="fr-FR" dirty="0"/>
              <a:t>	</a:t>
            </a:r>
            <a:r>
              <a:rPr lang="fr-FR" dirty="0">
                <a:solidFill>
                  <a:schemeClr val="accent1"/>
                </a:solidFill>
              </a:rPr>
              <a:t>UOI Games </a:t>
            </a:r>
            <a:r>
              <a:rPr lang="fr-FR" dirty="0"/>
              <a:t>souhaite développer son premier jeu vidéo triple A et cherche à identifier une opportunité business solide. Le marché des jeux vidéo est vaste, en constante évolution, et mobilise de nombreuses équipes ainsi qu’un écosystème complet.</a:t>
            </a:r>
          </a:p>
          <a:p>
            <a:pPr marL="0" lvl="0" indent="0" algn="l" rtl="0">
              <a:lnSpc>
                <a:spcPct val="100000"/>
              </a:lnSpc>
              <a:spcBef>
                <a:spcPts val="0"/>
              </a:spcBef>
              <a:spcAft>
                <a:spcPts val="0"/>
              </a:spcAft>
              <a:buSzPts val="2100"/>
              <a:buNone/>
            </a:pPr>
            <a:endParaRPr lang="fr-FR" dirty="0"/>
          </a:p>
          <a:p>
            <a:pPr marL="0" lvl="0" indent="0" algn="l" rtl="0">
              <a:lnSpc>
                <a:spcPct val="100000"/>
              </a:lnSpc>
              <a:spcBef>
                <a:spcPts val="0"/>
              </a:spcBef>
              <a:spcAft>
                <a:spcPts val="0"/>
              </a:spcAft>
              <a:buSzPts val="2100"/>
              <a:buNone/>
            </a:pPr>
            <a:r>
              <a:rPr lang="fr-FR" dirty="0"/>
              <a:t>	Le projet consiste à analyser les tendances du marché, comprendre les préférences des joueurs, et identifier un segment de clientèle pertinent. Les recommandations s’appuieront sur les données de ventes, les notes des jeux, et des sources complémentaires pour proposer un concept de jeu et une estimation de son potentiel commercial.</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70"/>
        <p:cNvGrpSpPr/>
        <p:nvPr/>
      </p:nvGrpSpPr>
      <p:grpSpPr>
        <a:xfrm>
          <a:off x="0" y="0"/>
          <a:ext cx="0" cy="0"/>
          <a:chOff x="0" y="0"/>
          <a:chExt cx="0" cy="0"/>
        </a:xfrm>
      </p:grpSpPr>
      <p:sp>
        <p:nvSpPr>
          <p:cNvPr id="2271" name="Google Shape;2271;p6"/>
          <p:cNvSpPr txBox="1">
            <a:spLocks noGrp="1"/>
          </p:cNvSpPr>
          <p:nvPr>
            <p:ph type="title"/>
          </p:nvPr>
        </p:nvSpPr>
        <p:spPr>
          <a:xfrm>
            <a:off x="5449425" y="1593575"/>
            <a:ext cx="2998800" cy="1402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200"/>
              <a:buNone/>
            </a:pPr>
            <a:r>
              <a:rPr lang="en"/>
              <a:t>La matrice SWOT</a:t>
            </a:r>
            <a:endParaRPr/>
          </a:p>
        </p:txBody>
      </p:sp>
      <p:sp>
        <p:nvSpPr>
          <p:cNvPr id="2272" name="Google Shape;2272;p6"/>
          <p:cNvSpPr txBox="1">
            <a:spLocks noGrp="1"/>
          </p:cNvSpPr>
          <p:nvPr>
            <p:ph type="title" idx="2"/>
          </p:nvPr>
        </p:nvSpPr>
        <p:spPr>
          <a:xfrm>
            <a:off x="3377825" y="1593575"/>
            <a:ext cx="2015700" cy="14025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2000"/>
              <a:buNone/>
            </a:pPr>
            <a:r>
              <a:rPr lang="en" sz="10000"/>
              <a:t>02</a:t>
            </a:r>
            <a:endParaRPr sz="10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76"/>
        <p:cNvGrpSpPr/>
        <p:nvPr/>
      </p:nvGrpSpPr>
      <p:grpSpPr>
        <a:xfrm>
          <a:off x="0" y="0"/>
          <a:ext cx="0" cy="0"/>
          <a:chOff x="0" y="0"/>
          <a:chExt cx="0" cy="0"/>
        </a:xfrm>
      </p:grpSpPr>
      <p:sp>
        <p:nvSpPr>
          <p:cNvPr id="2277" name="Google Shape;2277;p7"/>
          <p:cNvSpPr txBox="1">
            <a:spLocks noGrp="1"/>
          </p:cNvSpPr>
          <p:nvPr>
            <p:ph type="title"/>
          </p:nvPr>
        </p:nvSpPr>
        <p:spPr>
          <a:xfrm>
            <a:off x="659866" y="237640"/>
            <a:ext cx="77175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300"/>
              <a:buNone/>
            </a:pPr>
            <a:r>
              <a:rPr lang="en" dirty="0"/>
              <a:t>Matrice SWOT</a:t>
            </a:r>
            <a:endParaRPr b="1" dirty="0"/>
          </a:p>
        </p:txBody>
      </p:sp>
      <p:sp>
        <p:nvSpPr>
          <p:cNvPr id="2278" name="Google Shape;2278;p7"/>
          <p:cNvSpPr/>
          <p:nvPr/>
        </p:nvSpPr>
        <p:spPr>
          <a:xfrm>
            <a:off x="1487074" y="1223579"/>
            <a:ext cx="2738010" cy="1508962"/>
          </a:xfrm>
          <a:prstGeom prst="roundRect">
            <a:avLst>
              <a:gd name="adj" fmla="val 16667"/>
            </a:avLst>
          </a:prstGeom>
          <a:solidFill>
            <a:schemeClr val="dk2"/>
          </a:solid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 sz="1400" b="0" i="0" u="none" strike="noStrike" cap="none" dirty="0">
                <a:solidFill>
                  <a:schemeClr val="lt1"/>
                </a:solidFill>
                <a:latin typeface="Arial"/>
                <a:ea typeface="Arial"/>
                <a:cs typeface="Arial"/>
                <a:sym typeface="Arial"/>
              </a:rPr>
              <a:t>Forces </a:t>
            </a:r>
            <a:endParaRPr dirty="0"/>
          </a:p>
          <a:p>
            <a:pPr marL="285750" marR="0" lvl="0" indent="-285750" algn="l" rtl="0">
              <a:lnSpc>
                <a:spcPct val="100000"/>
              </a:lnSpc>
              <a:spcBef>
                <a:spcPts val="0"/>
              </a:spcBef>
              <a:spcAft>
                <a:spcPts val="0"/>
              </a:spcAft>
              <a:buFont typeface="Arial" panose="020B0604020202020204" pitchFamily="34" charset="0"/>
              <a:buChar char="•"/>
            </a:pPr>
            <a:r>
              <a:rPr lang="fr-FR" sz="1200" b="0" i="0" u="none" strike="noStrike" cap="none" dirty="0">
                <a:solidFill>
                  <a:schemeClr val="lt1"/>
                </a:solidFill>
                <a:latin typeface="Arial"/>
                <a:ea typeface="Arial"/>
                <a:cs typeface="Arial"/>
                <a:sym typeface="Arial"/>
              </a:rPr>
              <a:t>Marché mondial en croissance constante</a:t>
            </a:r>
          </a:p>
          <a:p>
            <a:pPr marL="285750" marR="0" lvl="0" indent="-285750" algn="l" rtl="0">
              <a:lnSpc>
                <a:spcPct val="100000"/>
              </a:lnSpc>
              <a:spcBef>
                <a:spcPts val="0"/>
              </a:spcBef>
              <a:spcAft>
                <a:spcPts val="0"/>
              </a:spcAft>
              <a:buFont typeface="Arial" panose="020B0604020202020204" pitchFamily="34" charset="0"/>
              <a:buChar char="•"/>
            </a:pPr>
            <a:r>
              <a:rPr lang="fr-FR" sz="1200" b="0" i="0" u="none" strike="noStrike" cap="none" dirty="0">
                <a:solidFill>
                  <a:schemeClr val="lt1"/>
                </a:solidFill>
                <a:latin typeface="Arial"/>
                <a:ea typeface="Arial"/>
                <a:cs typeface="Arial"/>
                <a:sym typeface="Arial"/>
              </a:rPr>
              <a:t>Données utilisateur très riches (tendances, parcours joueurs)</a:t>
            </a:r>
          </a:p>
          <a:p>
            <a:pPr marL="285750" marR="0" lvl="0" indent="-285750" algn="l" rtl="0">
              <a:lnSpc>
                <a:spcPct val="100000"/>
              </a:lnSpc>
              <a:spcBef>
                <a:spcPts val="0"/>
              </a:spcBef>
              <a:spcAft>
                <a:spcPts val="0"/>
              </a:spcAft>
              <a:buFont typeface="Arial" panose="020B0604020202020204" pitchFamily="34" charset="0"/>
              <a:buChar char="•"/>
            </a:pPr>
            <a:r>
              <a:rPr lang="fr-FR" sz="1200" b="0" i="0" u="none" strike="noStrike" cap="none" dirty="0">
                <a:solidFill>
                  <a:schemeClr val="lt1"/>
                </a:solidFill>
                <a:latin typeface="Arial"/>
                <a:ea typeface="Arial"/>
                <a:cs typeface="Arial"/>
                <a:sym typeface="Arial"/>
              </a:rPr>
              <a:t>Communautés très engagées</a:t>
            </a:r>
            <a:endParaRPr sz="1200" b="0" i="0" u="none" strike="noStrike" cap="none" dirty="0">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chemeClr val="lt1"/>
              </a:solidFill>
              <a:latin typeface="Arial"/>
              <a:ea typeface="Arial"/>
              <a:cs typeface="Arial"/>
              <a:sym typeface="Arial"/>
            </a:endParaRPr>
          </a:p>
        </p:txBody>
      </p:sp>
      <p:sp>
        <p:nvSpPr>
          <p:cNvPr id="2279" name="Google Shape;2279;p7"/>
          <p:cNvSpPr/>
          <p:nvPr/>
        </p:nvSpPr>
        <p:spPr>
          <a:xfrm>
            <a:off x="4714307" y="1154447"/>
            <a:ext cx="2738010" cy="1508962"/>
          </a:xfrm>
          <a:prstGeom prst="roundRect">
            <a:avLst>
              <a:gd name="adj" fmla="val 16667"/>
            </a:avLst>
          </a:prstGeom>
          <a:solidFill>
            <a:schemeClr val="dk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rtl="0">
              <a:lnSpc>
                <a:spcPct val="100000"/>
              </a:lnSpc>
              <a:spcBef>
                <a:spcPts val="0"/>
              </a:spcBef>
              <a:spcAft>
                <a:spcPts val="0"/>
              </a:spcAft>
              <a:buNone/>
            </a:pPr>
            <a:r>
              <a:rPr lang="en" sz="1400" b="0" i="0" u="none" strike="noStrike" cap="none" dirty="0">
                <a:solidFill>
                  <a:schemeClr val="lt1"/>
                </a:solidFill>
                <a:latin typeface="Arial"/>
                <a:ea typeface="Arial"/>
                <a:cs typeface="Arial"/>
                <a:sym typeface="Arial"/>
              </a:rPr>
              <a:t>Faiblesses</a:t>
            </a:r>
            <a:endParaRPr lang="fr-FR" sz="1400" b="0" i="0" u="none" strike="noStrike" cap="none" dirty="0">
              <a:solidFill>
                <a:schemeClr val="lt1"/>
              </a:solidFill>
              <a:latin typeface="Arial"/>
              <a:ea typeface="Arial"/>
              <a:cs typeface="Arial"/>
              <a:sym typeface="Arial"/>
            </a:endParaRPr>
          </a:p>
          <a:p>
            <a:pPr marL="285750" marR="0" lvl="0" indent="-285750" algn="l" rtl="0">
              <a:lnSpc>
                <a:spcPct val="100000"/>
              </a:lnSpc>
              <a:spcBef>
                <a:spcPts val="0"/>
              </a:spcBef>
              <a:spcAft>
                <a:spcPts val="0"/>
              </a:spcAft>
              <a:buFont typeface="Arial" panose="020B0604020202020204" pitchFamily="34" charset="0"/>
              <a:buChar char="•"/>
            </a:pPr>
            <a:r>
              <a:rPr lang="fr-FR" sz="1200" b="0" i="0" u="none" strike="noStrike" cap="none" dirty="0">
                <a:solidFill>
                  <a:schemeClr val="lt1"/>
                </a:solidFill>
                <a:latin typeface="Arial"/>
                <a:ea typeface="Arial"/>
                <a:cs typeface="Arial"/>
                <a:sym typeface="Arial"/>
              </a:rPr>
              <a:t>Coûts de développement AAA extrêmement élevés</a:t>
            </a:r>
            <a:endParaRPr lang="fr-FR" sz="1200" dirty="0">
              <a:solidFill>
                <a:schemeClr val="lt1"/>
              </a:solidFill>
            </a:endParaRPr>
          </a:p>
          <a:p>
            <a:pPr marL="285750" marR="0" lvl="0" indent="-285750" algn="l" rtl="0">
              <a:lnSpc>
                <a:spcPct val="100000"/>
              </a:lnSpc>
              <a:spcBef>
                <a:spcPts val="0"/>
              </a:spcBef>
              <a:spcAft>
                <a:spcPts val="0"/>
              </a:spcAft>
              <a:buFont typeface="Arial" panose="020B0604020202020204" pitchFamily="34" charset="0"/>
              <a:buChar char="•"/>
            </a:pPr>
            <a:r>
              <a:rPr lang="fr-FR" sz="1200" b="0" i="0" u="none" strike="noStrike" cap="none" dirty="0">
                <a:solidFill>
                  <a:schemeClr val="lt1"/>
                </a:solidFill>
                <a:latin typeface="Arial"/>
                <a:ea typeface="Arial"/>
                <a:cs typeface="Arial"/>
                <a:sym typeface="Arial"/>
              </a:rPr>
              <a:t>Forte concurrence + marché saturé</a:t>
            </a:r>
          </a:p>
          <a:p>
            <a:pPr marL="285750" marR="0" lvl="0" indent="-285750" algn="l" rtl="0">
              <a:lnSpc>
                <a:spcPct val="100000"/>
              </a:lnSpc>
              <a:spcBef>
                <a:spcPts val="0"/>
              </a:spcBef>
              <a:spcAft>
                <a:spcPts val="0"/>
              </a:spcAft>
              <a:buFont typeface="Arial" panose="020B0604020202020204" pitchFamily="34" charset="0"/>
              <a:buChar char="•"/>
            </a:pPr>
            <a:r>
              <a:rPr lang="fr-FR" sz="1200" b="0" i="0" u="none" strike="noStrike" cap="none" dirty="0">
                <a:solidFill>
                  <a:schemeClr val="lt1"/>
                </a:solidFill>
                <a:latin typeface="Arial"/>
                <a:ea typeface="Arial"/>
                <a:cs typeface="Arial"/>
                <a:sym typeface="Arial"/>
              </a:rPr>
              <a:t>Difficulté à prédire le succès</a:t>
            </a:r>
            <a:endParaRPr lang="fr-FR" dirty="0">
              <a:solidFill>
                <a:schemeClr val="lt1"/>
              </a:solidFill>
            </a:endParaRPr>
          </a:p>
          <a:p>
            <a:pPr marL="285750" marR="0" lvl="0" indent="-285750" algn="l" rtl="0">
              <a:lnSpc>
                <a:spcPct val="100000"/>
              </a:lnSpc>
              <a:spcBef>
                <a:spcPts val="0"/>
              </a:spcBef>
              <a:spcAft>
                <a:spcPts val="0"/>
              </a:spcAft>
              <a:buFont typeface="Arial" panose="020B0604020202020204" pitchFamily="34" charset="0"/>
              <a:buChar char="•"/>
            </a:pPr>
            <a:endParaRPr sz="1400" b="0" i="0" u="none" strike="noStrike" cap="none" dirty="0">
              <a:solidFill>
                <a:schemeClr val="lt1"/>
              </a:solidFill>
              <a:latin typeface="Arial"/>
              <a:ea typeface="Arial"/>
              <a:cs typeface="Arial"/>
              <a:sym typeface="Arial"/>
            </a:endParaRPr>
          </a:p>
        </p:txBody>
      </p:sp>
      <p:sp>
        <p:nvSpPr>
          <p:cNvPr id="2280" name="Google Shape;2280;p7"/>
          <p:cNvSpPr/>
          <p:nvPr/>
        </p:nvSpPr>
        <p:spPr>
          <a:xfrm>
            <a:off x="1535996" y="2935522"/>
            <a:ext cx="2738010" cy="1508962"/>
          </a:xfrm>
          <a:prstGeom prst="roundRect">
            <a:avLst>
              <a:gd name="adj" fmla="val 16667"/>
            </a:avLst>
          </a:prstGeom>
          <a:solidFill>
            <a:srgbClr val="A288E2"/>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 sz="1400" b="0" i="0" u="none" strike="noStrike" cap="none" dirty="0">
                <a:solidFill>
                  <a:schemeClr val="lt1"/>
                </a:solidFill>
                <a:latin typeface="Arial"/>
                <a:ea typeface="Arial"/>
                <a:cs typeface="Arial"/>
                <a:sym typeface="Arial"/>
              </a:rPr>
              <a:t>Opportunités</a:t>
            </a:r>
            <a:endParaRPr dirty="0"/>
          </a:p>
          <a:p>
            <a:pPr marL="285750" marR="0" lvl="0" indent="-285750" algn="l" rtl="0">
              <a:lnSpc>
                <a:spcPct val="100000"/>
              </a:lnSpc>
              <a:spcBef>
                <a:spcPts val="0"/>
              </a:spcBef>
              <a:spcAft>
                <a:spcPts val="0"/>
              </a:spcAft>
              <a:buFont typeface="Arial" panose="020B0604020202020204" pitchFamily="34" charset="0"/>
              <a:buChar char="•"/>
            </a:pPr>
            <a:r>
              <a:rPr lang="fr-FR" sz="1200" b="0" i="0" u="none" strike="noStrike" cap="none" dirty="0">
                <a:solidFill>
                  <a:schemeClr val="lt1"/>
                </a:solidFill>
                <a:latin typeface="Arial"/>
                <a:ea typeface="Arial"/>
                <a:cs typeface="Arial"/>
                <a:sym typeface="Arial"/>
              </a:rPr>
              <a:t>Montée du jeu indépendant (nouvelles idées)</a:t>
            </a:r>
            <a:endParaRPr lang="fr-FR" sz="1200" dirty="0">
              <a:solidFill>
                <a:schemeClr val="lt1"/>
              </a:solidFill>
            </a:endParaRPr>
          </a:p>
          <a:p>
            <a:pPr marL="285750" marR="0" lvl="0" indent="-285750" algn="l" rtl="0">
              <a:lnSpc>
                <a:spcPct val="100000"/>
              </a:lnSpc>
              <a:spcBef>
                <a:spcPts val="0"/>
              </a:spcBef>
              <a:spcAft>
                <a:spcPts val="0"/>
              </a:spcAft>
              <a:buFont typeface="Arial" panose="020B0604020202020204" pitchFamily="34" charset="0"/>
              <a:buChar char="•"/>
            </a:pPr>
            <a:r>
              <a:rPr lang="en-US" sz="1200" b="0" i="0" u="none" strike="noStrike" cap="none" dirty="0" err="1">
                <a:solidFill>
                  <a:schemeClr val="lt1"/>
                </a:solidFill>
                <a:latin typeface="Arial"/>
                <a:ea typeface="Arial"/>
                <a:cs typeface="Arial"/>
                <a:sym typeface="Arial"/>
              </a:rPr>
              <a:t>Plateformes</a:t>
            </a:r>
            <a:r>
              <a:rPr lang="en-US" sz="1200" b="0" i="0" u="none" strike="noStrike" cap="none" dirty="0">
                <a:solidFill>
                  <a:schemeClr val="lt1"/>
                </a:solidFill>
                <a:latin typeface="Arial"/>
                <a:ea typeface="Arial"/>
                <a:cs typeface="Arial"/>
                <a:sym typeface="Arial"/>
              </a:rPr>
              <a:t> de streaming (Twitch, YouTube Gaming)</a:t>
            </a:r>
            <a:endParaRPr lang="en-US" sz="1200" dirty="0">
              <a:solidFill>
                <a:schemeClr val="lt1"/>
              </a:solidFill>
            </a:endParaRPr>
          </a:p>
          <a:p>
            <a:pPr marL="285750" marR="0" lvl="0" indent="-285750" algn="l" rtl="0">
              <a:lnSpc>
                <a:spcPct val="100000"/>
              </a:lnSpc>
              <a:spcBef>
                <a:spcPts val="0"/>
              </a:spcBef>
              <a:spcAft>
                <a:spcPts val="0"/>
              </a:spcAft>
              <a:buFont typeface="Arial" panose="020B0604020202020204" pitchFamily="34" charset="0"/>
              <a:buChar char="•"/>
            </a:pPr>
            <a:r>
              <a:rPr lang="fr-FR" sz="1200" b="0" i="0" u="none" strike="noStrike" cap="none" dirty="0">
                <a:solidFill>
                  <a:schemeClr val="lt1"/>
                </a:solidFill>
                <a:latin typeface="Arial"/>
                <a:ea typeface="Arial"/>
                <a:cs typeface="Arial"/>
                <a:sym typeface="Arial"/>
              </a:rPr>
              <a:t>Marché </a:t>
            </a:r>
            <a:r>
              <a:rPr lang="fr-FR" sz="1200" b="0" i="0" u="none" strike="noStrike" cap="none" dirty="0" err="1">
                <a:solidFill>
                  <a:schemeClr val="lt1"/>
                </a:solidFill>
                <a:latin typeface="Arial"/>
                <a:ea typeface="Arial"/>
                <a:cs typeface="Arial"/>
                <a:sym typeface="Arial"/>
              </a:rPr>
              <a:t>e-sport</a:t>
            </a:r>
            <a:r>
              <a:rPr lang="fr-FR" sz="1200" b="0" i="0" u="none" strike="noStrike" cap="none" dirty="0">
                <a:solidFill>
                  <a:schemeClr val="lt1"/>
                </a:solidFill>
                <a:latin typeface="Arial"/>
                <a:ea typeface="Arial"/>
                <a:cs typeface="Arial"/>
                <a:sym typeface="Arial"/>
              </a:rPr>
              <a:t> en expansion</a:t>
            </a:r>
            <a:endParaRPr sz="1200" b="0" i="0" u="none" strike="noStrike" cap="none" dirty="0">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chemeClr val="lt1"/>
              </a:solidFill>
              <a:latin typeface="Arial"/>
              <a:ea typeface="Arial"/>
              <a:cs typeface="Arial"/>
              <a:sym typeface="Arial"/>
            </a:endParaRPr>
          </a:p>
        </p:txBody>
      </p:sp>
      <p:sp>
        <p:nvSpPr>
          <p:cNvPr id="2281" name="Google Shape;2281;p7"/>
          <p:cNvSpPr/>
          <p:nvPr/>
        </p:nvSpPr>
        <p:spPr>
          <a:xfrm>
            <a:off x="4897111" y="2949359"/>
            <a:ext cx="2738010" cy="1508962"/>
          </a:xfrm>
          <a:prstGeom prst="roundRect">
            <a:avLst>
              <a:gd name="adj" fmla="val 16667"/>
            </a:avLst>
          </a:prstGeom>
          <a:solidFill>
            <a:srgbClr val="C1B6DC"/>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rtl="0">
              <a:lnSpc>
                <a:spcPct val="100000"/>
              </a:lnSpc>
              <a:spcBef>
                <a:spcPts val="0"/>
              </a:spcBef>
              <a:spcAft>
                <a:spcPts val="0"/>
              </a:spcAft>
              <a:buNone/>
            </a:pPr>
            <a:r>
              <a:rPr lang="en" sz="1400" b="0" i="0" u="none" strike="noStrike" cap="none" dirty="0">
                <a:solidFill>
                  <a:schemeClr val="lt1"/>
                </a:solidFill>
                <a:latin typeface="Arial"/>
                <a:ea typeface="Arial"/>
                <a:cs typeface="Arial"/>
                <a:sym typeface="Arial"/>
              </a:rPr>
              <a:t>Menaces</a:t>
            </a:r>
            <a:endParaRPr sz="1400" b="0" i="0" u="none" strike="noStrike" cap="none" dirty="0">
              <a:solidFill>
                <a:schemeClr val="lt1"/>
              </a:solidFill>
              <a:latin typeface="Arial"/>
              <a:ea typeface="Arial"/>
              <a:cs typeface="Arial"/>
              <a:sym typeface="Arial"/>
            </a:endParaRPr>
          </a:p>
          <a:p>
            <a:pPr marL="285750" lvl="0" indent="-285750">
              <a:buFont typeface="Arial" panose="020B0604020202020204" pitchFamily="34" charset="0"/>
              <a:buChar char="•"/>
            </a:pPr>
            <a:r>
              <a:rPr lang="fr-FR" sz="1200" dirty="0">
                <a:solidFill>
                  <a:schemeClr val="lt1"/>
                </a:solidFill>
              </a:rPr>
              <a:t>Hausse des attentes des joueurs (qualité, optimisation)</a:t>
            </a:r>
          </a:p>
          <a:p>
            <a:pPr marL="285750" lvl="0" indent="-285750">
              <a:buFont typeface="Arial" panose="020B0604020202020204" pitchFamily="34" charset="0"/>
              <a:buChar char="•"/>
            </a:pPr>
            <a:r>
              <a:rPr lang="fr-FR" sz="1200" b="0" i="0" u="none" strike="noStrike" cap="none" dirty="0">
                <a:solidFill>
                  <a:schemeClr val="lt1"/>
                </a:solidFill>
                <a:latin typeface="Arial"/>
                <a:ea typeface="Arial"/>
                <a:cs typeface="Arial"/>
                <a:sym typeface="Arial"/>
              </a:rPr>
              <a:t>Critiques virales pouvant tuer un lancement</a:t>
            </a:r>
          </a:p>
          <a:p>
            <a:pPr marL="285750" lvl="0" indent="-285750">
              <a:buFont typeface="Arial" panose="020B0604020202020204" pitchFamily="34" charset="0"/>
              <a:buChar char="•"/>
            </a:pPr>
            <a:r>
              <a:rPr lang="fr-FR" sz="1200" b="0" i="0" u="none" strike="noStrike" cap="none" dirty="0">
                <a:solidFill>
                  <a:schemeClr val="lt1"/>
                </a:solidFill>
                <a:latin typeface="Arial"/>
                <a:ea typeface="Arial"/>
                <a:cs typeface="Arial"/>
                <a:sym typeface="Arial"/>
              </a:rPr>
              <a:t>Piratage</a:t>
            </a:r>
            <a:endParaRPr sz="1400" b="0" i="0" u="none" strike="noStrike" cap="none" dirty="0">
              <a:solidFill>
                <a:schemeClr val="lt1"/>
              </a:solidFill>
              <a:latin typeface="Arial"/>
              <a:ea typeface="Arial"/>
              <a:cs typeface="Arial"/>
              <a:sym typeface="Arial"/>
            </a:endParaRPr>
          </a:p>
          <a:p>
            <a:pPr marL="0" marR="0" lvl="0" indent="0" algn="r" rtl="0">
              <a:lnSpc>
                <a:spcPct val="100000"/>
              </a:lnSpc>
              <a:spcBef>
                <a:spcPts val="0"/>
              </a:spcBef>
              <a:spcAft>
                <a:spcPts val="0"/>
              </a:spcAft>
              <a:buNone/>
            </a:pPr>
            <a:endParaRPr sz="1400" b="0" i="0" u="none" strike="noStrike" cap="none" dirty="0">
              <a:solidFill>
                <a:schemeClr val="lt1"/>
              </a:solidFill>
              <a:latin typeface="Arial"/>
              <a:ea typeface="Arial"/>
              <a:cs typeface="Arial"/>
              <a:sym typeface="Arial"/>
            </a:endParaRPr>
          </a:p>
        </p:txBody>
      </p:sp>
      <p:sp>
        <p:nvSpPr>
          <p:cNvPr id="2282" name="Google Shape;2282;p7"/>
          <p:cNvSpPr/>
          <p:nvPr/>
        </p:nvSpPr>
        <p:spPr>
          <a:xfrm>
            <a:off x="3957318" y="2286757"/>
            <a:ext cx="1122597" cy="1122597"/>
          </a:xfrm>
          <a:prstGeom prst="ellipse">
            <a:avLst/>
          </a:prstGeom>
          <a:solidFill>
            <a:srgbClr val="271457"/>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283" name="Google Shape;2283;p7"/>
          <p:cNvSpPr/>
          <p:nvPr/>
        </p:nvSpPr>
        <p:spPr>
          <a:xfrm>
            <a:off x="4322928" y="2663409"/>
            <a:ext cx="361102" cy="361022"/>
          </a:xfrm>
          <a:prstGeom prst="ellipse">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284" name="Google Shape;2284;p7"/>
          <p:cNvSpPr txBox="1"/>
          <p:nvPr/>
        </p:nvSpPr>
        <p:spPr>
          <a:xfrm>
            <a:off x="4083534" y="2353555"/>
            <a:ext cx="51778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2000" b="0" i="0" u="none" strike="noStrike" cap="none">
                <a:solidFill>
                  <a:schemeClr val="accent2"/>
                </a:solidFill>
                <a:latin typeface="Arial"/>
                <a:ea typeface="Arial"/>
                <a:cs typeface="Arial"/>
                <a:sym typeface="Arial"/>
              </a:rPr>
              <a:t>S</a:t>
            </a:r>
            <a:endParaRPr/>
          </a:p>
        </p:txBody>
      </p:sp>
      <p:sp>
        <p:nvSpPr>
          <p:cNvPr id="2285" name="Google Shape;2285;p7"/>
          <p:cNvSpPr txBox="1"/>
          <p:nvPr/>
        </p:nvSpPr>
        <p:spPr>
          <a:xfrm>
            <a:off x="4536563" y="2371695"/>
            <a:ext cx="51778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2000" b="0" i="0" u="none" strike="noStrike" cap="none">
                <a:solidFill>
                  <a:schemeClr val="lt1"/>
                </a:solidFill>
                <a:latin typeface="Arial"/>
                <a:ea typeface="Arial"/>
                <a:cs typeface="Arial"/>
                <a:sym typeface="Arial"/>
              </a:rPr>
              <a:t>W</a:t>
            </a:r>
            <a:endParaRPr/>
          </a:p>
        </p:txBody>
      </p:sp>
      <p:sp>
        <p:nvSpPr>
          <p:cNvPr id="2286" name="Google Shape;2286;p7"/>
          <p:cNvSpPr txBox="1"/>
          <p:nvPr/>
        </p:nvSpPr>
        <p:spPr>
          <a:xfrm>
            <a:off x="4074813" y="2910718"/>
            <a:ext cx="51778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2000" b="0" i="0" u="none" strike="noStrike" cap="none">
                <a:solidFill>
                  <a:schemeClr val="lt1"/>
                </a:solidFill>
                <a:latin typeface="Arial"/>
                <a:ea typeface="Arial"/>
                <a:cs typeface="Arial"/>
                <a:sym typeface="Arial"/>
              </a:rPr>
              <a:t>O</a:t>
            </a:r>
            <a:endParaRPr/>
          </a:p>
        </p:txBody>
      </p:sp>
      <p:sp>
        <p:nvSpPr>
          <p:cNvPr id="2287" name="Google Shape;2287;p7"/>
          <p:cNvSpPr txBox="1"/>
          <p:nvPr/>
        </p:nvSpPr>
        <p:spPr>
          <a:xfrm>
            <a:off x="4592602" y="2910718"/>
            <a:ext cx="51778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2000" b="0" i="0" u="none" strike="noStrike" cap="none">
                <a:solidFill>
                  <a:schemeClr val="lt1"/>
                </a:solidFill>
                <a:latin typeface="Arial"/>
                <a:ea typeface="Arial"/>
                <a:cs typeface="Arial"/>
                <a:sym typeface="Arial"/>
              </a:rPr>
              <a:t>T</a:t>
            </a:r>
            <a:endParaRPr/>
          </a:p>
        </p:txBody>
      </p:sp>
      <p:cxnSp>
        <p:nvCxnSpPr>
          <p:cNvPr id="2288" name="Google Shape;2288;p7"/>
          <p:cNvCxnSpPr>
            <a:stCxn id="2282" idx="2"/>
            <a:endCxn id="2282" idx="6"/>
          </p:cNvCxnSpPr>
          <p:nvPr/>
        </p:nvCxnSpPr>
        <p:spPr>
          <a:xfrm>
            <a:off x="3957318" y="2848056"/>
            <a:ext cx="1122600" cy="0"/>
          </a:xfrm>
          <a:prstGeom prst="straightConnector1">
            <a:avLst/>
          </a:prstGeom>
          <a:noFill/>
          <a:ln w="19050" cap="flat" cmpd="sng">
            <a:solidFill>
              <a:schemeClr val="lt1"/>
            </a:solidFill>
            <a:prstDash val="solid"/>
            <a:round/>
            <a:headEnd type="none" w="sm" len="sm"/>
            <a:tailEnd type="none" w="sm" len="sm"/>
          </a:ln>
        </p:spPr>
      </p:cxnSp>
      <p:cxnSp>
        <p:nvCxnSpPr>
          <p:cNvPr id="2289" name="Google Shape;2289;p7"/>
          <p:cNvCxnSpPr>
            <a:stCxn id="2282" idx="4"/>
            <a:endCxn id="2282" idx="0"/>
          </p:cNvCxnSpPr>
          <p:nvPr/>
        </p:nvCxnSpPr>
        <p:spPr>
          <a:xfrm rot="10800000">
            <a:off x="4518617" y="2286754"/>
            <a:ext cx="0" cy="1122600"/>
          </a:xfrm>
          <a:prstGeom prst="straightConnector1">
            <a:avLst/>
          </a:prstGeom>
          <a:noFill/>
          <a:ln w="19050" cap="flat" cmpd="sng">
            <a:solidFill>
              <a:schemeClr val="lt1"/>
            </a:solidFill>
            <a:prstDash val="solid"/>
            <a:round/>
            <a:headEnd type="none" w="sm" len="sm"/>
            <a:tailEnd type="none" w="sm" len="sm"/>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70">
          <a:extLst>
            <a:ext uri="{FF2B5EF4-FFF2-40B4-BE49-F238E27FC236}">
              <a16:creationId xmlns:a16="http://schemas.microsoft.com/office/drawing/2014/main" id="{6423A742-E3D8-71FF-3451-B7FD992AB459}"/>
            </a:ext>
          </a:extLst>
        </p:cNvPr>
        <p:cNvGrpSpPr/>
        <p:nvPr/>
      </p:nvGrpSpPr>
      <p:grpSpPr>
        <a:xfrm>
          <a:off x="0" y="0"/>
          <a:ext cx="0" cy="0"/>
          <a:chOff x="0" y="0"/>
          <a:chExt cx="0" cy="0"/>
        </a:xfrm>
      </p:grpSpPr>
      <p:sp>
        <p:nvSpPr>
          <p:cNvPr id="2271" name="Google Shape;2271;p6">
            <a:extLst>
              <a:ext uri="{FF2B5EF4-FFF2-40B4-BE49-F238E27FC236}">
                <a16:creationId xmlns:a16="http://schemas.microsoft.com/office/drawing/2014/main" id="{1046AC5D-5EE2-1A2C-7A3C-99B134B78500}"/>
              </a:ext>
            </a:extLst>
          </p:cNvPr>
          <p:cNvSpPr txBox="1">
            <a:spLocks noGrp="1"/>
          </p:cNvSpPr>
          <p:nvPr>
            <p:ph type="title"/>
          </p:nvPr>
        </p:nvSpPr>
        <p:spPr>
          <a:xfrm>
            <a:off x="5449425" y="1593575"/>
            <a:ext cx="2998800" cy="1402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200"/>
              <a:buNone/>
            </a:pPr>
            <a:r>
              <a:rPr lang="en" dirty="0"/>
              <a:t>La matrice PESTEL</a:t>
            </a:r>
            <a:endParaRPr dirty="0"/>
          </a:p>
        </p:txBody>
      </p:sp>
      <p:sp>
        <p:nvSpPr>
          <p:cNvPr id="2272" name="Google Shape;2272;p6">
            <a:extLst>
              <a:ext uri="{FF2B5EF4-FFF2-40B4-BE49-F238E27FC236}">
                <a16:creationId xmlns:a16="http://schemas.microsoft.com/office/drawing/2014/main" id="{62089FD1-34C5-462B-0C3A-E5910B9301C4}"/>
              </a:ext>
            </a:extLst>
          </p:cNvPr>
          <p:cNvSpPr txBox="1">
            <a:spLocks noGrp="1"/>
          </p:cNvSpPr>
          <p:nvPr>
            <p:ph type="title" idx="2"/>
          </p:nvPr>
        </p:nvSpPr>
        <p:spPr>
          <a:xfrm>
            <a:off x="3377825" y="1593575"/>
            <a:ext cx="2015700" cy="14025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2000"/>
              <a:buNone/>
            </a:pPr>
            <a:r>
              <a:rPr lang="en" sz="10000" dirty="0"/>
              <a:t>03</a:t>
            </a:r>
            <a:endParaRPr sz="10000" dirty="0"/>
          </a:p>
        </p:txBody>
      </p:sp>
    </p:spTree>
    <p:extLst>
      <p:ext uri="{BB962C8B-B14F-4D97-AF65-F5344CB8AC3E}">
        <p14:creationId xmlns:p14="http://schemas.microsoft.com/office/powerpoint/2010/main" val="3062049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93"/>
        <p:cNvGrpSpPr/>
        <p:nvPr/>
      </p:nvGrpSpPr>
      <p:grpSpPr>
        <a:xfrm>
          <a:off x="0" y="0"/>
          <a:ext cx="0" cy="0"/>
          <a:chOff x="0" y="0"/>
          <a:chExt cx="0" cy="0"/>
        </a:xfrm>
      </p:grpSpPr>
      <p:sp>
        <p:nvSpPr>
          <p:cNvPr id="2294" name="Google Shape;2294;p8"/>
          <p:cNvSpPr/>
          <p:nvPr/>
        </p:nvSpPr>
        <p:spPr>
          <a:xfrm>
            <a:off x="3567131" y="1415944"/>
            <a:ext cx="2468400" cy="22971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5" name="Google Shape;2295;p8"/>
          <p:cNvSpPr txBox="1">
            <a:spLocks noGrp="1"/>
          </p:cNvSpPr>
          <p:nvPr>
            <p:ph type="subTitle" idx="5"/>
          </p:nvPr>
        </p:nvSpPr>
        <p:spPr>
          <a:xfrm>
            <a:off x="467809" y="3738757"/>
            <a:ext cx="2803473" cy="484800"/>
          </a:xfrm>
          <a:prstGeom prst="rect">
            <a:avLst/>
          </a:prstGeom>
          <a:noFill/>
          <a:ln>
            <a:noFill/>
          </a:ln>
        </p:spPr>
        <p:txBody>
          <a:bodyPr spcFirstLastPara="1" wrap="square" lIns="91425" tIns="91425" rIns="91425" bIns="91425" anchor="t" anchorCtr="0">
            <a:noAutofit/>
          </a:bodyPr>
          <a:lstStyle/>
          <a:p>
            <a:pPr marL="285750" lvl="0" indent="-285750" algn="l">
              <a:buFont typeface="Wingdings" panose="05000000000000000000" pitchFamily="2" charset="2"/>
              <a:buChar char="ü"/>
            </a:pPr>
            <a:r>
              <a:rPr lang="fr-FR" dirty="0"/>
              <a:t>Critiques sur l’empreinte énergétique</a:t>
            </a:r>
          </a:p>
          <a:p>
            <a:pPr marL="285750" lvl="0" indent="-285750" algn="l">
              <a:buFont typeface="Wingdings" panose="05000000000000000000" pitchFamily="2" charset="2"/>
              <a:buChar char="ü"/>
            </a:pPr>
            <a:r>
              <a:rPr lang="fr-FR" dirty="0"/>
              <a:t>Push vers le dématérialisé</a:t>
            </a:r>
            <a:endParaRPr dirty="0"/>
          </a:p>
        </p:txBody>
      </p:sp>
      <p:sp>
        <p:nvSpPr>
          <p:cNvPr id="2296" name="Google Shape;2296;p8"/>
          <p:cNvSpPr txBox="1">
            <a:spLocks noGrp="1"/>
          </p:cNvSpPr>
          <p:nvPr>
            <p:ph type="title" idx="4"/>
          </p:nvPr>
        </p:nvSpPr>
        <p:spPr>
          <a:xfrm>
            <a:off x="1103182" y="3295315"/>
            <a:ext cx="2168100" cy="527700"/>
          </a:xfrm>
          <a:prstGeom prst="rect">
            <a:avLst/>
          </a:prstGeom>
          <a:noFill/>
          <a:ln>
            <a:noFill/>
          </a:ln>
        </p:spPr>
        <p:txBody>
          <a:bodyPr spcFirstLastPara="1" wrap="square" lIns="91425" tIns="91425" rIns="91425" bIns="91425" anchor="b" anchorCtr="0">
            <a:noAutofit/>
          </a:bodyPr>
          <a:lstStyle/>
          <a:p>
            <a:pPr marL="0" lvl="0" indent="0" algn="r" rtl="0">
              <a:lnSpc>
                <a:spcPct val="100000"/>
              </a:lnSpc>
              <a:spcBef>
                <a:spcPts val="0"/>
              </a:spcBef>
              <a:spcAft>
                <a:spcPts val="0"/>
              </a:spcAft>
              <a:buSzPts val="2500"/>
              <a:buNone/>
            </a:pPr>
            <a:r>
              <a:rPr lang="en" dirty="0"/>
              <a:t>Environmental</a:t>
            </a:r>
            <a:endParaRPr dirty="0"/>
          </a:p>
        </p:txBody>
      </p:sp>
      <p:sp>
        <p:nvSpPr>
          <p:cNvPr id="2297" name="Google Shape;2297;p8"/>
          <p:cNvSpPr txBox="1">
            <a:spLocks noGrp="1"/>
          </p:cNvSpPr>
          <p:nvPr>
            <p:ph type="title" idx="2"/>
          </p:nvPr>
        </p:nvSpPr>
        <p:spPr>
          <a:xfrm>
            <a:off x="1103207" y="2163687"/>
            <a:ext cx="2168100" cy="527700"/>
          </a:xfrm>
          <a:prstGeom prst="rect">
            <a:avLst/>
          </a:prstGeom>
          <a:noFill/>
          <a:ln>
            <a:noFill/>
          </a:ln>
        </p:spPr>
        <p:txBody>
          <a:bodyPr spcFirstLastPara="1" wrap="square" lIns="91425" tIns="91425" rIns="91425" bIns="91425" anchor="b" anchorCtr="0">
            <a:noAutofit/>
          </a:bodyPr>
          <a:lstStyle/>
          <a:p>
            <a:pPr marL="0" lvl="0" indent="0" algn="r" rtl="0">
              <a:lnSpc>
                <a:spcPct val="100000"/>
              </a:lnSpc>
              <a:spcBef>
                <a:spcPts val="0"/>
              </a:spcBef>
              <a:spcAft>
                <a:spcPts val="0"/>
              </a:spcAft>
              <a:buSzPts val="2500"/>
              <a:buNone/>
            </a:pPr>
            <a:r>
              <a:rPr lang="en" dirty="0"/>
              <a:t>Social</a:t>
            </a:r>
            <a:endParaRPr dirty="0"/>
          </a:p>
        </p:txBody>
      </p:sp>
      <p:sp>
        <p:nvSpPr>
          <p:cNvPr id="2298" name="Google Shape;2298;p8"/>
          <p:cNvSpPr txBox="1">
            <a:spLocks noGrp="1"/>
          </p:cNvSpPr>
          <p:nvPr>
            <p:ph type="subTitle" idx="3"/>
          </p:nvPr>
        </p:nvSpPr>
        <p:spPr>
          <a:xfrm>
            <a:off x="298616" y="2594375"/>
            <a:ext cx="2975674" cy="484800"/>
          </a:xfrm>
          <a:prstGeom prst="rect">
            <a:avLst/>
          </a:prstGeom>
          <a:noFill/>
          <a:ln>
            <a:noFill/>
          </a:ln>
        </p:spPr>
        <p:txBody>
          <a:bodyPr spcFirstLastPara="1" wrap="square" lIns="91425" tIns="91425" rIns="91425" bIns="91425" anchor="t" anchorCtr="0">
            <a:noAutofit/>
          </a:bodyPr>
          <a:lstStyle/>
          <a:p>
            <a:pPr marL="400050" indent="-285750" algn="l" fontAlgn="ctr">
              <a:buFont typeface="Wingdings" panose="05000000000000000000" pitchFamily="2" charset="2"/>
              <a:buChar char="ü"/>
            </a:pPr>
            <a:r>
              <a:rPr lang="fr-FR" dirty="0"/>
              <a:t>Diversification des joueurs (âge, genre, profils)</a:t>
            </a:r>
          </a:p>
          <a:p>
            <a:pPr marL="400050" indent="-285750" algn="l" fontAlgn="ctr">
              <a:buFont typeface="Wingdings" panose="05000000000000000000" pitchFamily="2" charset="2"/>
              <a:buChar char="ü"/>
            </a:pPr>
            <a:r>
              <a:rPr lang="fr-FR" dirty="0"/>
              <a:t>Demande croissante pour les jeux narratifs</a:t>
            </a:r>
          </a:p>
        </p:txBody>
      </p:sp>
      <p:sp>
        <p:nvSpPr>
          <p:cNvPr id="2299" name="Google Shape;2299;p8"/>
          <p:cNvSpPr txBox="1">
            <a:spLocks noGrp="1"/>
          </p:cNvSpPr>
          <p:nvPr>
            <p:ph type="subTitle" idx="1"/>
          </p:nvPr>
        </p:nvSpPr>
        <p:spPr>
          <a:xfrm>
            <a:off x="467809" y="1449994"/>
            <a:ext cx="3107585" cy="484800"/>
          </a:xfrm>
          <a:prstGeom prst="rect">
            <a:avLst/>
          </a:prstGeom>
          <a:noFill/>
          <a:ln>
            <a:noFill/>
          </a:ln>
        </p:spPr>
        <p:txBody>
          <a:bodyPr spcFirstLastPara="1" wrap="square" lIns="91425" tIns="91425" rIns="91425" bIns="91425" anchor="t" anchorCtr="0">
            <a:noAutofit/>
          </a:bodyPr>
          <a:lstStyle/>
          <a:p>
            <a:pPr marL="285750" lvl="0" indent="-285750" algn="l">
              <a:buClr>
                <a:schemeClr val="bg1"/>
              </a:buClr>
              <a:buSzPts val="1100"/>
              <a:buFont typeface="Wingdings" panose="05000000000000000000" pitchFamily="2" charset="2"/>
              <a:buChar char="ü"/>
            </a:pPr>
            <a:r>
              <a:rPr lang="fr-FR" dirty="0"/>
              <a:t>Régulations sur le contenu sensible</a:t>
            </a:r>
          </a:p>
          <a:p>
            <a:pPr marL="285750" lvl="0" indent="-285750" algn="l">
              <a:buClr>
                <a:schemeClr val="bg1"/>
              </a:buClr>
              <a:buSzPts val="1100"/>
              <a:buFont typeface="Wingdings" panose="05000000000000000000" pitchFamily="2" charset="2"/>
              <a:buChar char="ü"/>
            </a:pPr>
            <a:r>
              <a:rPr lang="fr-FR" dirty="0"/>
              <a:t>Politiques tarifaires des stores (30% Apple/Google)</a:t>
            </a:r>
            <a:endParaRPr dirty="0"/>
          </a:p>
        </p:txBody>
      </p:sp>
      <p:sp>
        <p:nvSpPr>
          <p:cNvPr id="2300" name="Google Shape;2300;p8"/>
          <p:cNvSpPr txBox="1">
            <a:spLocks noGrp="1"/>
          </p:cNvSpPr>
          <p:nvPr>
            <p:ph type="title"/>
          </p:nvPr>
        </p:nvSpPr>
        <p:spPr>
          <a:xfrm>
            <a:off x="1103206" y="1006007"/>
            <a:ext cx="2168100" cy="527700"/>
          </a:xfrm>
          <a:prstGeom prst="rect">
            <a:avLst/>
          </a:prstGeom>
          <a:noFill/>
          <a:ln>
            <a:noFill/>
          </a:ln>
        </p:spPr>
        <p:txBody>
          <a:bodyPr spcFirstLastPara="1" wrap="square" lIns="91425" tIns="91425" rIns="91425" bIns="91425" anchor="b" anchorCtr="0">
            <a:noAutofit/>
          </a:bodyPr>
          <a:lstStyle/>
          <a:p>
            <a:pPr marL="0" lvl="0" indent="0" algn="r" rtl="0">
              <a:lnSpc>
                <a:spcPct val="100000"/>
              </a:lnSpc>
              <a:spcBef>
                <a:spcPts val="0"/>
              </a:spcBef>
              <a:spcAft>
                <a:spcPts val="0"/>
              </a:spcAft>
              <a:buSzPts val="2500"/>
              <a:buNone/>
            </a:pPr>
            <a:r>
              <a:rPr lang="en"/>
              <a:t>Politique</a:t>
            </a:r>
            <a:endParaRPr/>
          </a:p>
        </p:txBody>
      </p:sp>
      <p:sp>
        <p:nvSpPr>
          <p:cNvPr id="2301" name="Google Shape;2301;p8"/>
          <p:cNvSpPr txBox="1">
            <a:spLocks noGrp="1"/>
          </p:cNvSpPr>
          <p:nvPr>
            <p:ph type="title" idx="6"/>
          </p:nvPr>
        </p:nvSpPr>
        <p:spPr>
          <a:xfrm>
            <a:off x="603222" y="130895"/>
            <a:ext cx="7717500" cy="56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dirty="0">
                <a:latin typeface="Space Grotesk"/>
                <a:ea typeface="Space Grotesk"/>
                <a:cs typeface="Space Grotesk"/>
                <a:sym typeface="Space Grotesk"/>
              </a:rPr>
              <a:t>Business Plan</a:t>
            </a:r>
            <a:endParaRPr b="1" dirty="0">
              <a:latin typeface="Space Grotesk"/>
              <a:ea typeface="Space Grotesk"/>
              <a:cs typeface="Space Grotesk"/>
              <a:sym typeface="Space Grotesk"/>
            </a:endParaRPr>
          </a:p>
        </p:txBody>
      </p:sp>
      <p:sp>
        <p:nvSpPr>
          <p:cNvPr id="2302" name="Google Shape;2302;p8"/>
          <p:cNvSpPr txBox="1"/>
          <p:nvPr/>
        </p:nvSpPr>
        <p:spPr>
          <a:xfrm>
            <a:off x="3328706" y="1186332"/>
            <a:ext cx="4875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300"/>
              <a:buFont typeface="Arial"/>
              <a:buNone/>
            </a:pPr>
            <a:r>
              <a:rPr lang="en" sz="3300" b="0" i="0" u="none" strike="noStrike" cap="none">
                <a:solidFill>
                  <a:schemeClr val="lt1"/>
                </a:solidFill>
                <a:latin typeface="Space Grotesk Medium"/>
                <a:ea typeface="Space Grotesk Medium"/>
                <a:cs typeface="Space Grotesk Medium"/>
                <a:sym typeface="Space Grotesk Medium"/>
              </a:rPr>
              <a:t>P</a:t>
            </a:r>
            <a:endParaRPr sz="3300" b="0" i="0" u="none" strike="noStrike" cap="none">
              <a:solidFill>
                <a:schemeClr val="lt1"/>
              </a:solidFill>
              <a:latin typeface="Space Grotesk Medium"/>
              <a:ea typeface="Space Grotesk Medium"/>
              <a:cs typeface="Space Grotesk Medium"/>
              <a:sym typeface="Space Grotesk Medium"/>
            </a:endParaRPr>
          </a:p>
        </p:txBody>
      </p:sp>
      <p:sp>
        <p:nvSpPr>
          <p:cNvPr id="2303" name="Google Shape;2303;p8"/>
          <p:cNvSpPr txBox="1"/>
          <p:nvPr/>
        </p:nvSpPr>
        <p:spPr>
          <a:xfrm>
            <a:off x="5757306" y="1186332"/>
            <a:ext cx="4875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300"/>
              <a:buFont typeface="Arial"/>
              <a:buNone/>
            </a:pPr>
            <a:r>
              <a:rPr lang="en" sz="3300" b="0" i="0" u="none" strike="noStrike" cap="none">
                <a:solidFill>
                  <a:schemeClr val="lt1"/>
                </a:solidFill>
                <a:latin typeface="Space Grotesk Medium"/>
                <a:ea typeface="Space Grotesk Medium"/>
                <a:cs typeface="Space Grotesk Medium"/>
                <a:sym typeface="Space Grotesk Medium"/>
              </a:rPr>
              <a:t>E</a:t>
            </a:r>
            <a:endParaRPr sz="3300" b="0" i="0" u="none" strike="noStrike" cap="none">
              <a:solidFill>
                <a:schemeClr val="lt1"/>
              </a:solidFill>
              <a:latin typeface="Space Grotesk Medium"/>
              <a:ea typeface="Space Grotesk Medium"/>
              <a:cs typeface="Space Grotesk Medium"/>
              <a:sym typeface="Space Grotesk Medium"/>
            </a:endParaRPr>
          </a:p>
        </p:txBody>
      </p:sp>
      <p:sp>
        <p:nvSpPr>
          <p:cNvPr id="2304" name="Google Shape;2304;p8"/>
          <p:cNvSpPr txBox="1"/>
          <p:nvPr/>
        </p:nvSpPr>
        <p:spPr>
          <a:xfrm>
            <a:off x="3331644" y="2316482"/>
            <a:ext cx="4875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300"/>
              <a:buFont typeface="Arial"/>
              <a:buNone/>
            </a:pPr>
            <a:r>
              <a:rPr lang="en" sz="3300" b="0" i="0" u="none" strike="noStrike" cap="none">
                <a:solidFill>
                  <a:schemeClr val="lt1"/>
                </a:solidFill>
                <a:latin typeface="Space Grotesk Medium"/>
                <a:ea typeface="Space Grotesk Medium"/>
                <a:cs typeface="Space Grotesk Medium"/>
                <a:sym typeface="Space Grotesk Medium"/>
              </a:rPr>
              <a:t>S</a:t>
            </a:r>
            <a:endParaRPr sz="3300" b="0" i="0" u="none" strike="noStrike" cap="none">
              <a:solidFill>
                <a:schemeClr val="lt1"/>
              </a:solidFill>
              <a:latin typeface="Space Grotesk Medium"/>
              <a:ea typeface="Space Grotesk Medium"/>
              <a:cs typeface="Space Grotesk Medium"/>
              <a:sym typeface="Space Grotesk Medium"/>
            </a:endParaRPr>
          </a:p>
        </p:txBody>
      </p:sp>
      <p:sp>
        <p:nvSpPr>
          <p:cNvPr id="2305" name="Google Shape;2305;p8"/>
          <p:cNvSpPr txBox="1"/>
          <p:nvPr/>
        </p:nvSpPr>
        <p:spPr>
          <a:xfrm>
            <a:off x="5760244" y="2316482"/>
            <a:ext cx="4875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300"/>
              <a:buFont typeface="Arial"/>
              <a:buNone/>
            </a:pPr>
            <a:r>
              <a:rPr lang="en" sz="3300" b="0" i="0" u="none" strike="noStrike" cap="none">
                <a:solidFill>
                  <a:schemeClr val="lt1"/>
                </a:solidFill>
                <a:latin typeface="Space Grotesk Medium"/>
                <a:ea typeface="Space Grotesk Medium"/>
                <a:cs typeface="Space Grotesk Medium"/>
                <a:sym typeface="Space Grotesk Medium"/>
              </a:rPr>
              <a:t>T</a:t>
            </a:r>
            <a:endParaRPr sz="3300" b="0" i="0" u="none" strike="noStrike" cap="none">
              <a:solidFill>
                <a:schemeClr val="lt1"/>
              </a:solidFill>
              <a:latin typeface="Space Grotesk Medium"/>
              <a:ea typeface="Space Grotesk Medium"/>
              <a:cs typeface="Space Grotesk Medium"/>
              <a:sym typeface="Space Grotesk Medium"/>
            </a:endParaRPr>
          </a:p>
        </p:txBody>
      </p:sp>
      <p:sp>
        <p:nvSpPr>
          <p:cNvPr id="2306" name="Google Shape;2306;p8"/>
          <p:cNvSpPr txBox="1"/>
          <p:nvPr/>
        </p:nvSpPr>
        <p:spPr>
          <a:xfrm>
            <a:off x="3331644" y="3464007"/>
            <a:ext cx="4875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300"/>
              <a:buFont typeface="Arial"/>
              <a:buNone/>
            </a:pPr>
            <a:r>
              <a:rPr lang="en" sz="3300" b="0" i="0" u="none" strike="noStrike" cap="none">
                <a:solidFill>
                  <a:schemeClr val="lt1"/>
                </a:solidFill>
                <a:latin typeface="Space Grotesk Medium"/>
                <a:ea typeface="Space Grotesk Medium"/>
                <a:cs typeface="Space Grotesk Medium"/>
                <a:sym typeface="Space Grotesk Medium"/>
              </a:rPr>
              <a:t>E</a:t>
            </a:r>
            <a:endParaRPr sz="3300" b="0" i="0" u="none" strike="noStrike" cap="none">
              <a:solidFill>
                <a:schemeClr val="lt1"/>
              </a:solidFill>
              <a:latin typeface="Space Grotesk Medium"/>
              <a:ea typeface="Space Grotesk Medium"/>
              <a:cs typeface="Space Grotesk Medium"/>
              <a:sym typeface="Space Grotesk Medium"/>
            </a:endParaRPr>
          </a:p>
        </p:txBody>
      </p:sp>
      <p:sp>
        <p:nvSpPr>
          <p:cNvPr id="2307" name="Google Shape;2307;p8"/>
          <p:cNvSpPr txBox="1"/>
          <p:nvPr/>
        </p:nvSpPr>
        <p:spPr>
          <a:xfrm>
            <a:off x="5760244" y="3464007"/>
            <a:ext cx="4875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300"/>
              <a:buFont typeface="Arial"/>
              <a:buNone/>
            </a:pPr>
            <a:r>
              <a:rPr lang="en" sz="3300" b="0" i="0" u="none" strike="noStrike" cap="none">
                <a:solidFill>
                  <a:schemeClr val="lt1"/>
                </a:solidFill>
                <a:latin typeface="Space Grotesk Medium"/>
                <a:ea typeface="Space Grotesk Medium"/>
                <a:cs typeface="Space Grotesk Medium"/>
                <a:sym typeface="Space Grotesk Medium"/>
              </a:rPr>
              <a:t>L</a:t>
            </a:r>
            <a:endParaRPr sz="3300" b="0" i="0" u="none" strike="noStrike" cap="none">
              <a:solidFill>
                <a:schemeClr val="lt1"/>
              </a:solidFill>
              <a:latin typeface="Space Grotesk Medium"/>
              <a:ea typeface="Space Grotesk Medium"/>
              <a:cs typeface="Space Grotesk Medium"/>
              <a:sym typeface="Space Grotesk Medium"/>
            </a:endParaRPr>
          </a:p>
        </p:txBody>
      </p:sp>
      <p:sp>
        <p:nvSpPr>
          <p:cNvPr id="2308" name="Google Shape;2308;p8"/>
          <p:cNvSpPr txBox="1">
            <a:spLocks noGrp="1"/>
          </p:cNvSpPr>
          <p:nvPr>
            <p:ph type="title" idx="7"/>
          </p:nvPr>
        </p:nvSpPr>
        <p:spPr>
          <a:xfrm>
            <a:off x="6312706" y="1006007"/>
            <a:ext cx="2168100" cy="52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500"/>
              <a:buNone/>
            </a:pPr>
            <a:r>
              <a:rPr lang="en"/>
              <a:t>Economique</a:t>
            </a:r>
            <a:endParaRPr/>
          </a:p>
        </p:txBody>
      </p:sp>
      <p:sp>
        <p:nvSpPr>
          <p:cNvPr id="2309" name="Google Shape;2309;p8"/>
          <p:cNvSpPr txBox="1">
            <a:spLocks noGrp="1"/>
          </p:cNvSpPr>
          <p:nvPr>
            <p:ph type="subTitle" idx="8"/>
          </p:nvPr>
        </p:nvSpPr>
        <p:spPr>
          <a:xfrm>
            <a:off x="6312707" y="1355593"/>
            <a:ext cx="2909294" cy="484800"/>
          </a:xfrm>
          <a:prstGeom prst="rect">
            <a:avLst/>
          </a:prstGeom>
          <a:noFill/>
          <a:ln>
            <a:noFill/>
          </a:ln>
        </p:spPr>
        <p:txBody>
          <a:bodyPr spcFirstLastPara="1" wrap="square" lIns="91425" tIns="91425" rIns="91425" bIns="91425" anchor="t" anchorCtr="0">
            <a:noAutofit/>
          </a:bodyPr>
          <a:lstStyle/>
          <a:p>
            <a:pPr marL="285750" lvl="0" indent="-285750">
              <a:buClr>
                <a:schemeClr val="bg1"/>
              </a:buClr>
              <a:buSzPts val="1100"/>
              <a:buFont typeface="Wingdings" panose="05000000000000000000" pitchFamily="2" charset="2"/>
              <a:buChar char="ü"/>
            </a:pPr>
            <a:r>
              <a:rPr lang="fr-FR" dirty="0"/>
              <a:t>Croissance du marché mondial</a:t>
            </a:r>
          </a:p>
          <a:p>
            <a:pPr marL="285750" indent="-285750">
              <a:buClr>
                <a:schemeClr val="bg1"/>
              </a:buClr>
              <a:buSzPts val="1100"/>
              <a:buFont typeface="Wingdings" panose="05000000000000000000" pitchFamily="2" charset="2"/>
              <a:buChar char="ü"/>
            </a:pPr>
            <a:r>
              <a:rPr lang="fr-FR" dirty="0"/>
              <a:t>Augmentation du coût des AAA (jusqu’à 200M€)</a:t>
            </a:r>
          </a:p>
          <a:p>
            <a:pPr marL="285750" lvl="0" indent="-285750">
              <a:buClr>
                <a:schemeClr val="dk1"/>
              </a:buClr>
              <a:buSzPts val="1100"/>
              <a:buFont typeface="Wingdings" panose="05000000000000000000" pitchFamily="2" charset="2"/>
              <a:buChar char="ü"/>
            </a:pPr>
            <a:endParaRPr dirty="0"/>
          </a:p>
        </p:txBody>
      </p:sp>
      <p:sp>
        <p:nvSpPr>
          <p:cNvPr id="2310" name="Google Shape;2310;p8"/>
          <p:cNvSpPr txBox="1">
            <a:spLocks noGrp="1"/>
          </p:cNvSpPr>
          <p:nvPr>
            <p:ph type="title" idx="9"/>
          </p:nvPr>
        </p:nvSpPr>
        <p:spPr>
          <a:xfrm>
            <a:off x="6312707" y="2163687"/>
            <a:ext cx="2168100" cy="52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500"/>
              <a:buNone/>
            </a:pPr>
            <a:r>
              <a:rPr lang="en" dirty="0"/>
              <a:t>Technologique</a:t>
            </a:r>
            <a:endParaRPr dirty="0"/>
          </a:p>
        </p:txBody>
      </p:sp>
      <p:sp>
        <p:nvSpPr>
          <p:cNvPr id="2311" name="Google Shape;2311;p8"/>
          <p:cNvSpPr txBox="1">
            <a:spLocks noGrp="1"/>
          </p:cNvSpPr>
          <p:nvPr>
            <p:ph type="subTitle" idx="13"/>
          </p:nvPr>
        </p:nvSpPr>
        <p:spPr>
          <a:xfrm>
            <a:off x="6271019" y="2601782"/>
            <a:ext cx="2735096" cy="484800"/>
          </a:xfrm>
          <a:prstGeom prst="rect">
            <a:avLst/>
          </a:prstGeom>
          <a:noFill/>
          <a:ln>
            <a:noFill/>
          </a:ln>
        </p:spPr>
        <p:txBody>
          <a:bodyPr spcFirstLastPara="1" wrap="square" lIns="91425" tIns="91425" rIns="91425" bIns="91425" anchor="t" anchorCtr="0">
            <a:noAutofit/>
          </a:bodyPr>
          <a:lstStyle/>
          <a:p>
            <a:pPr marL="285750" lvl="0" indent="-285750">
              <a:buClr>
                <a:schemeClr val="bg1"/>
              </a:buClr>
              <a:buSzPts val="1100"/>
              <a:buFont typeface="Wingdings" panose="05000000000000000000" pitchFamily="2" charset="2"/>
              <a:buChar char="ü"/>
            </a:pPr>
            <a:r>
              <a:rPr lang="fr-FR" dirty="0"/>
              <a:t>Cloud gaming</a:t>
            </a:r>
          </a:p>
          <a:p>
            <a:pPr marL="285750" indent="-285750">
              <a:buClr>
                <a:schemeClr val="bg1"/>
              </a:buClr>
              <a:buSzPts val="1100"/>
              <a:buFont typeface="Wingdings" panose="05000000000000000000" pitchFamily="2" charset="2"/>
              <a:buChar char="ü"/>
            </a:pPr>
            <a:r>
              <a:rPr lang="fr-FR" dirty="0"/>
              <a:t>IA générative (animations, QA, textures)</a:t>
            </a:r>
          </a:p>
          <a:p>
            <a:pPr marL="285750" lvl="0" indent="-285750">
              <a:buClr>
                <a:schemeClr val="dk1"/>
              </a:buClr>
              <a:buSzPts val="1100"/>
              <a:buFont typeface="Wingdings" panose="05000000000000000000" pitchFamily="2" charset="2"/>
              <a:buChar char="ü"/>
            </a:pPr>
            <a:endParaRPr dirty="0"/>
          </a:p>
        </p:txBody>
      </p:sp>
      <p:sp>
        <p:nvSpPr>
          <p:cNvPr id="2312" name="Google Shape;2312;p8"/>
          <p:cNvSpPr txBox="1">
            <a:spLocks noGrp="1"/>
          </p:cNvSpPr>
          <p:nvPr>
            <p:ph type="title" idx="14"/>
          </p:nvPr>
        </p:nvSpPr>
        <p:spPr>
          <a:xfrm>
            <a:off x="6312682" y="3295315"/>
            <a:ext cx="2168100" cy="52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500"/>
              <a:buNone/>
            </a:pPr>
            <a:r>
              <a:rPr lang="en"/>
              <a:t>Legal</a:t>
            </a:r>
            <a:endParaRPr/>
          </a:p>
        </p:txBody>
      </p:sp>
      <p:sp>
        <p:nvSpPr>
          <p:cNvPr id="2313" name="Google Shape;2313;p8"/>
          <p:cNvSpPr txBox="1">
            <a:spLocks noGrp="1"/>
          </p:cNvSpPr>
          <p:nvPr>
            <p:ph type="subTitle" idx="15"/>
          </p:nvPr>
        </p:nvSpPr>
        <p:spPr>
          <a:xfrm>
            <a:off x="6312682" y="3738757"/>
            <a:ext cx="2996322" cy="484800"/>
          </a:xfrm>
          <a:prstGeom prst="rect">
            <a:avLst/>
          </a:prstGeom>
          <a:noFill/>
          <a:ln>
            <a:noFill/>
          </a:ln>
        </p:spPr>
        <p:txBody>
          <a:bodyPr spcFirstLastPara="1" wrap="square" lIns="91425" tIns="91425" rIns="91425" bIns="91425" anchor="t" anchorCtr="0">
            <a:noAutofit/>
          </a:bodyPr>
          <a:lstStyle/>
          <a:p>
            <a:pPr marL="285750" lvl="0" indent="-285750">
              <a:buClr>
                <a:schemeClr val="bg1"/>
              </a:buClr>
              <a:buSzPts val="1100"/>
              <a:buFont typeface="Wingdings" panose="05000000000000000000" pitchFamily="2" charset="2"/>
              <a:buChar char="ü"/>
            </a:pPr>
            <a:r>
              <a:rPr lang="fr-FR" dirty="0" err="1"/>
              <a:t>Privacy</a:t>
            </a:r>
            <a:r>
              <a:rPr lang="fr-FR" dirty="0"/>
              <a:t> et données personnelles (RGPD)</a:t>
            </a:r>
          </a:p>
          <a:p>
            <a:pPr marL="285750" lvl="0" indent="-285750">
              <a:buClr>
                <a:schemeClr val="bg1"/>
              </a:buClr>
              <a:buSzPts val="1100"/>
              <a:buFont typeface="Wingdings" panose="05000000000000000000" pitchFamily="2" charset="2"/>
              <a:buChar char="ü"/>
            </a:pPr>
            <a:r>
              <a:rPr lang="fr-FR" dirty="0"/>
              <a:t>Droits d’auteur + musique + licences</a:t>
            </a:r>
            <a:endParaRPr dirty="0"/>
          </a:p>
        </p:txBody>
      </p:sp>
      <p:sp>
        <p:nvSpPr>
          <p:cNvPr id="2314" name="Google Shape;2314;p8"/>
          <p:cNvSpPr txBox="1"/>
          <p:nvPr/>
        </p:nvSpPr>
        <p:spPr>
          <a:xfrm>
            <a:off x="4019906" y="2316494"/>
            <a:ext cx="1539600" cy="5277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Space Grotesk Medium"/>
                <a:ea typeface="Space Grotesk Medium"/>
                <a:cs typeface="Space Grotesk Medium"/>
                <a:sym typeface="Space Grotesk Medium"/>
              </a:rPr>
              <a:t>PESTEL</a:t>
            </a:r>
            <a:endParaRPr sz="1800" b="0" i="0" u="none" strike="noStrike" cap="none">
              <a:solidFill>
                <a:schemeClr val="dk1"/>
              </a:solidFill>
              <a:latin typeface="Space Grotesk Medium"/>
              <a:ea typeface="Space Grotesk Medium"/>
              <a:cs typeface="Space Grotesk Medium"/>
              <a:sym typeface="Space Grotesk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19"/>
        <p:cNvGrpSpPr/>
        <p:nvPr/>
      </p:nvGrpSpPr>
      <p:grpSpPr>
        <a:xfrm>
          <a:off x="0" y="0"/>
          <a:ext cx="0" cy="0"/>
          <a:chOff x="0" y="0"/>
          <a:chExt cx="0" cy="0"/>
        </a:xfrm>
      </p:grpSpPr>
      <p:sp>
        <p:nvSpPr>
          <p:cNvPr id="2320" name="Google Shape;2320;p9"/>
          <p:cNvSpPr txBox="1">
            <a:spLocks noGrp="1"/>
          </p:cNvSpPr>
          <p:nvPr>
            <p:ph type="title"/>
          </p:nvPr>
        </p:nvSpPr>
        <p:spPr>
          <a:xfrm>
            <a:off x="5449425" y="1593575"/>
            <a:ext cx="2998800" cy="1402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200"/>
              <a:buNone/>
            </a:pPr>
            <a:r>
              <a:rPr lang="en" sz="3200"/>
              <a:t>Analyses des tendances actuelles</a:t>
            </a:r>
            <a:endParaRPr/>
          </a:p>
        </p:txBody>
      </p:sp>
      <p:sp>
        <p:nvSpPr>
          <p:cNvPr id="2321" name="Google Shape;2321;p9"/>
          <p:cNvSpPr txBox="1">
            <a:spLocks noGrp="1"/>
          </p:cNvSpPr>
          <p:nvPr>
            <p:ph type="title" idx="2"/>
          </p:nvPr>
        </p:nvSpPr>
        <p:spPr>
          <a:xfrm>
            <a:off x="3377825" y="1593575"/>
            <a:ext cx="2015700" cy="14025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2000"/>
              <a:buNone/>
            </a:pPr>
            <a:r>
              <a:rPr lang="en" sz="10000" dirty="0"/>
              <a:t>04</a:t>
            </a:r>
            <a:endParaRPr sz="10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25"/>
        <p:cNvGrpSpPr/>
        <p:nvPr/>
      </p:nvGrpSpPr>
      <p:grpSpPr>
        <a:xfrm>
          <a:off x="0" y="0"/>
          <a:ext cx="0" cy="0"/>
          <a:chOff x="0" y="0"/>
          <a:chExt cx="0" cy="0"/>
        </a:xfrm>
      </p:grpSpPr>
      <p:sp>
        <p:nvSpPr>
          <p:cNvPr id="2326" name="Google Shape;2326;p10"/>
          <p:cNvSpPr txBox="1">
            <a:spLocks noGrp="1"/>
          </p:cNvSpPr>
          <p:nvPr>
            <p:ph type="title"/>
          </p:nvPr>
        </p:nvSpPr>
        <p:spPr>
          <a:xfrm>
            <a:off x="277822" y="11068"/>
            <a:ext cx="77175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300"/>
              <a:buNone/>
            </a:pPr>
            <a:r>
              <a:rPr lang="en" b="1" dirty="0"/>
              <a:t>Tendances actuelles</a:t>
            </a:r>
            <a:endParaRPr b="1" dirty="0"/>
          </a:p>
        </p:txBody>
      </p:sp>
      <p:pic>
        <p:nvPicPr>
          <p:cNvPr id="3" name="Image 2">
            <a:extLst>
              <a:ext uri="{FF2B5EF4-FFF2-40B4-BE49-F238E27FC236}">
                <a16:creationId xmlns:a16="http://schemas.microsoft.com/office/drawing/2014/main" id="{DFF98B69-779D-9FF5-B52D-4E551921797D}"/>
              </a:ext>
            </a:extLst>
          </p:cNvPr>
          <p:cNvPicPr>
            <a:picLocks noChangeAspect="1"/>
          </p:cNvPicPr>
          <p:nvPr/>
        </p:nvPicPr>
        <p:blipFill>
          <a:blip r:embed="rId3"/>
          <a:stretch>
            <a:fillRect/>
          </a:stretch>
        </p:blipFill>
        <p:spPr>
          <a:xfrm>
            <a:off x="4329860" y="583768"/>
            <a:ext cx="3858750" cy="1987982"/>
          </a:xfrm>
          <a:prstGeom prst="rect">
            <a:avLst/>
          </a:prstGeom>
        </p:spPr>
      </p:pic>
      <p:pic>
        <p:nvPicPr>
          <p:cNvPr id="5" name="Image 4">
            <a:extLst>
              <a:ext uri="{FF2B5EF4-FFF2-40B4-BE49-F238E27FC236}">
                <a16:creationId xmlns:a16="http://schemas.microsoft.com/office/drawing/2014/main" id="{B2D4CB4E-54B5-9697-14F7-DFA8DFF871D0}"/>
              </a:ext>
            </a:extLst>
          </p:cNvPr>
          <p:cNvPicPr>
            <a:picLocks noChangeAspect="1"/>
          </p:cNvPicPr>
          <p:nvPr/>
        </p:nvPicPr>
        <p:blipFill>
          <a:blip r:embed="rId4"/>
          <a:stretch>
            <a:fillRect/>
          </a:stretch>
        </p:blipFill>
        <p:spPr>
          <a:xfrm>
            <a:off x="143530" y="2584676"/>
            <a:ext cx="5161441" cy="250555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43"/>
        <p:cNvGrpSpPr/>
        <p:nvPr/>
      </p:nvGrpSpPr>
      <p:grpSpPr>
        <a:xfrm>
          <a:off x="0" y="0"/>
          <a:ext cx="0" cy="0"/>
          <a:chOff x="0" y="0"/>
          <a:chExt cx="0" cy="0"/>
        </a:xfrm>
      </p:grpSpPr>
      <p:sp>
        <p:nvSpPr>
          <p:cNvPr id="2344" name="Google Shape;2344;p13"/>
          <p:cNvSpPr txBox="1">
            <a:spLocks noGrp="1"/>
          </p:cNvSpPr>
          <p:nvPr>
            <p:ph type="title"/>
          </p:nvPr>
        </p:nvSpPr>
        <p:spPr>
          <a:xfrm>
            <a:off x="5449425" y="1593575"/>
            <a:ext cx="2998800" cy="1402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200"/>
              <a:buNone/>
            </a:pPr>
            <a:r>
              <a:rPr lang="en" sz="3200"/>
              <a:t>Analyses du ou des segment(s)</a:t>
            </a:r>
            <a:endParaRPr/>
          </a:p>
        </p:txBody>
      </p:sp>
      <p:sp>
        <p:nvSpPr>
          <p:cNvPr id="2345" name="Google Shape;2345;p13"/>
          <p:cNvSpPr txBox="1">
            <a:spLocks noGrp="1"/>
          </p:cNvSpPr>
          <p:nvPr>
            <p:ph type="title" idx="2"/>
          </p:nvPr>
        </p:nvSpPr>
        <p:spPr>
          <a:xfrm>
            <a:off x="3377825" y="1593575"/>
            <a:ext cx="2015700" cy="14025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2000"/>
              <a:buNone/>
            </a:pPr>
            <a:r>
              <a:rPr lang="en" sz="10000"/>
              <a:t>05</a:t>
            </a:r>
            <a:endParaRPr sz="10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49"/>
        <p:cNvGrpSpPr/>
        <p:nvPr/>
      </p:nvGrpSpPr>
      <p:grpSpPr>
        <a:xfrm>
          <a:off x="0" y="0"/>
          <a:ext cx="0" cy="0"/>
          <a:chOff x="0" y="0"/>
          <a:chExt cx="0" cy="0"/>
        </a:xfrm>
      </p:grpSpPr>
      <p:sp>
        <p:nvSpPr>
          <p:cNvPr id="2350" name="Google Shape;2350;p14"/>
          <p:cNvSpPr txBox="1">
            <a:spLocks noGrp="1"/>
          </p:cNvSpPr>
          <p:nvPr>
            <p:ph type="title"/>
          </p:nvPr>
        </p:nvSpPr>
        <p:spPr>
          <a:xfrm>
            <a:off x="490497" y="89558"/>
            <a:ext cx="77175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300"/>
              <a:buNone/>
            </a:pPr>
            <a:r>
              <a:rPr lang="en" sz="3200" b="1" dirty="0"/>
              <a:t>Analyses du ou des segments (Genre)</a:t>
            </a:r>
            <a:endParaRPr sz="3200" b="1" dirty="0"/>
          </a:p>
        </p:txBody>
      </p:sp>
      <p:pic>
        <p:nvPicPr>
          <p:cNvPr id="3" name="Image 2">
            <a:extLst>
              <a:ext uri="{FF2B5EF4-FFF2-40B4-BE49-F238E27FC236}">
                <a16:creationId xmlns:a16="http://schemas.microsoft.com/office/drawing/2014/main" id="{49FAD3CB-F8B8-0AC7-8117-F21ABCA5B0A3}"/>
              </a:ext>
            </a:extLst>
          </p:cNvPr>
          <p:cNvPicPr>
            <a:picLocks noChangeAspect="1"/>
          </p:cNvPicPr>
          <p:nvPr/>
        </p:nvPicPr>
        <p:blipFill>
          <a:blip r:embed="rId3"/>
          <a:stretch>
            <a:fillRect/>
          </a:stretch>
        </p:blipFill>
        <p:spPr>
          <a:xfrm>
            <a:off x="184710" y="709912"/>
            <a:ext cx="3450589" cy="2140381"/>
          </a:xfrm>
          <a:prstGeom prst="rect">
            <a:avLst/>
          </a:prstGeom>
        </p:spPr>
      </p:pic>
      <p:pic>
        <p:nvPicPr>
          <p:cNvPr id="9" name="Image 8">
            <a:extLst>
              <a:ext uri="{FF2B5EF4-FFF2-40B4-BE49-F238E27FC236}">
                <a16:creationId xmlns:a16="http://schemas.microsoft.com/office/drawing/2014/main" id="{D2B1DD32-693F-A973-C09C-0D68A75D9D87}"/>
              </a:ext>
            </a:extLst>
          </p:cNvPr>
          <p:cNvPicPr>
            <a:picLocks noChangeAspect="1"/>
          </p:cNvPicPr>
          <p:nvPr/>
        </p:nvPicPr>
        <p:blipFill>
          <a:blip r:embed="rId4"/>
          <a:stretch>
            <a:fillRect/>
          </a:stretch>
        </p:blipFill>
        <p:spPr>
          <a:xfrm>
            <a:off x="3664433" y="702478"/>
            <a:ext cx="5303720" cy="2140381"/>
          </a:xfrm>
          <a:prstGeom prst="rect">
            <a:avLst/>
          </a:prstGeom>
        </p:spPr>
      </p:pic>
      <p:sp>
        <p:nvSpPr>
          <p:cNvPr id="10" name="ZoneTexte 9">
            <a:extLst>
              <a:ext uri="{FF2B5EF4-FFF2-40B4-BE49-F238E27FC236}">
                <a16:creationId xmlns:a16="http://schemas.microsoft.com/office/drawing/2014/main" id="{8F455B2B-899E-4E3C-2841-C773D9C00158}"/>
              </a:ext>
            </a:extLst>
          </p:cNvPr>
          <p:cNvSpPr txBox="1"/>
          <p:nvPr/>
        </p:nvSpPr>
        <p:spPr>
          <a:xfrm>
            <a:off x="281352" y="3264037"/>
            <a:ext cx="3316775" cy="1169551"/>
          </a:xfrm>
          <a:prstGeom prst="rect">
            <a:avLst/>
          </a:prstGeom>
          <a:noFill/>
        </p:spPr>
        <p:txBody>
          <a:bodyPr wrap="square" rtlCol="0">
            <a:spAutoFit/>
          </a:bodyPr>
          <a:lstStyle/>
          <a:p>
            <a:r>
              <a:rPr lang="fr-FR" b="1" i="1" u="sng" dirty="0">
                <a:solidFill>
                  <a:schemeClr val="bg1"/>
                </a:solidFill>
              </a:rPr>
              <a:t>Interprétation</a:t>
            </a:r>
            <a:r>
              <a:rPr lang="fr-FR" dirty="0">
                <a:solidFill>
                  <a:schemeClr val="bg1"/>
                </a:solidFill>
              </a:rPr>
              <a:t> :</a:t>
            </a:r>
          </a:p>
          <a:p>
            <a:endParaRPr lang="fr-FR" dirty="0">
              <a:solidFill>
                <a:schemeClr val="bg1"/>
              </a:solidFill>
            </a:endParaRPr>
          </a:p>
          <a:p>
            <a:r>
              <a:rPr lang="fr-FR" dirty="0">
                <a:solidFill>
                  <a:schemeClr val="bg1"/>
                </a:solidFill>
              </a:rPr>
              <a:t>L’analyse du marché montre que les jeux vidéo de type action et aventure sont les plus dominants.</a:t>
            </a:r>
          </a:p>
        </p:txBody>
      </p:sp>
      <p:pic>
        <p:nvPicPr>
          <p:cNvPr id="4" name="Image 3" descr="Une image contenant texte, capture d’écran, nombre, Police&#10;&#10;Le contenu généré par l’IA peut être incorrect.">
            <a:extLst>
              <a:ext uri="{FF2B5EF4-FFF2-40B4-BE49-F238E27FC236}">
                <a16:creationId xmlns:a16="http://schemas.microsoft.com/office/drawing/2014/main" id="{0B8D67BC-6EDE-65C4-BB6F-A6823471C729}"/>
              </a:ext>
            </a:extLst>
          </p:cNvPr>
          <p:cNvPicPr>
            <a:picLocks noChangeAspect="1"/>
          </p:cNvPicPr>
          <p:nvPr/>
        </p:nvPicPr>
        <p:blipFill>
          <a:blip r:embed="rId5"/>
          <a:stretch>
            <a:fillRect/>
          </a:stretch>
        </p:blipFill>
        <p:spPr>
          <a:xfrm>
            <a:off x="3664433" y="2865161"/>
            <a:ext cx="5317987" cy="224854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34CD58-139A-338A-9C35-BDFC54861F44}"/>
              </a:ext>
            </a:extLst>
          </p:cNvPr>
          <p:cNvSpPr>
            <a:spLocks noGrp="1"/>
          </p:cNvSpPr>
          <p:nvPr>
            <p:ph type="title"/>
          </p:nvPr>
        </p:nvSpPr>
        <p:spPr>
          <a:xfrm>
            <a:off x="649921" y="159672"/>
            <a:ext cx="7717500" cy="572700"/>
          </a:xfrm>
        </p:spPr>
        <p:txBody>
          <a:bodyPr/>
          <a:lstStyle/>
          <a:p>
            <a:r>
              <a:rPr lang="en" sz="2800" b="1" dirty="0"/>
              <a:t>Analyses du ou des segments (Platforme)</a:t>
            </a:r>
            <a:endParaRPr lang="fr-FR" sz="2800" dirty="0"/>
          </a:p>
        </p:txBody>
      </p:sp>
      <p:pic>
        <p:nvPicPr>
          <p:cNvPr id="5" name="Image 4">
            <a:extLst>
              <a:ext uri="{FF2B5EF4-FFF2-40B4-BE49-F238E27FC236}">
                <a16:creationId xmlns:a16="http://schemas.microsoft.com/office/drawing/2014/main" id="{7F61DBB7-ADB4-7E59-FA22-E4435913AE7B}"/>
              </a:ext>
            </a:extLst>
          </p:cNvPr>
          <p:cNvPicPr>
            <a:picLocks noChangeAspect="1"/>
          </p:cNvPicPr>
          <p:nvPr/>
        </p:nvPicPr>
        <p:blipFill>
          <a:blip r:embed="rId3"/>
          <a:stretch>
            <a:fillRect/>
          </a:stretch>
        </p:blipFill>
        <p:spPr>
          <a:xfrm>
            <a:off x="178827" y="812410"/>
            <a:ext cx="4148414" cy="2033679"/>
          </a:xfrm>
          <a:prstGeom prst="rect">
            <a:avLst/>
          </a:prstGeom>
        </p:spPr>
      </p:pic>
      <p:sp>
        <p:nvSpPr>
          <p:cNvPr id="3" name="ZoneTexte 2">
            <a:extLst>
              <a:ext uri="{FF2B5EF4-FFF2-40B4-BE49-F238E27FC236}">
                <a16:creationId xmlns:a16="http://schemas.microsoft.com/office/drawing/2014/main" id="{9016B613-D053-D754-199D-ACFB124C8921}"/>
              </a:ext>
            </a:extLst>
          </p:cNvPr>
          <p:cNvSpPr txBox="1"/>
          <p:nvPr/>
        </p:nvSpPr>
        <p:spPr>
          <a:xfrm>
            <a:off x="4436927" y="3824583"/>
            <a:ext cx="4458436" cy="738664"/>
          </a:xfrm>
          <a:prstGeom prst="rect">
            <a:avLst/>
          </a:prstGeom>
          <a:noFill/>
        </p:spPr>
        <p:txBody>
          <a:bodyPr wrap="square" rtlCol="0">
            <a:spAutoFit/>
          </a:bodyPr>
          <a:lstStyle/>
          <a:p>
            <a:r>
              <a:rPr lang="fr-FR" b="1" i="1" u="sng" dirty="0">
                <a:solidFill>
                  <a:schemeClr val="bg1"/>
                </a:solidFill>
              </a:rPr>
              <a:t>Interprétation</a:t>
            </a:r>
            <a:r>
              <a:rPr lang="fr-FR" dirty="0">
                <a:solidFill>
                  <a:schemeClr val="bg1"/>
                </a:solidFill>
              </a:rPr>
              <a:t> : Nous constatons que les plateformes les plus demandées sont le PC, le Mobile, la PlayStation et la Nintendo.</a:t>
            </a:r>
          </a:p>
        </p:txBody>
      </p:sp>
      <p:pic>
        <p:nvPicPr>
          <p:cNvPr id="6" name="Image 5" descr="Une image contenant texte, capture d’écran, Police, nombre&#10;&#10;Le contenu généré par l’IA peut être incorrect.">
            <a:extLst>
              <a:ext uri="{FF2B5EF4-FFF2-40B4-BE49-F238E27FC236}">
                <a16:creationId xmlns:a16="http://schemas.microsoft.com/office/drawing/2014/main" id="{CC333831-EC63-C06B-784F-32066CC7853C}"/>
              </a:ext>
            </a:extLst>
          </p:cNvPr>
          <p:cNvPicPr>
            <a:picLocks noChangeAspect="1"/>
          </p:cNvPicPr>
          <p:nvPr/>
        </p:nvPicPr>
        <p:blipFill>
          <a:blip r:embed="rId4"/>
          <a:stretch>
            <a:fillRect/>
          </a:stretch>
        </p:blipFill>
        <p:spPr>
          <a:xfrm>
            <a:off x="178827" y="2926127"/>
            <a:ext cx="4148414" cy="2026053"/>
          </a:xfrm>
          <a:prstGeom prst="rect">
            <a:avLst/>
          </a:prstGeom>
        </p:spPr>
      </p:pic>
      <p:pic>
        <p:nvPicPr>
          <p:cNvPr id="9" name="Image 8" descr="Une image contenant texte, capture d’écran, ligne, nombre&#10;&#10;Le contenu généré par l’IA peut être incorrect.">
            <a:extLst>
              <a:ext uri="{FF2B5EF4-FFF2-40B4-BE49-F238E27FC236}">
                <a16:creationId xmlns:a16="http://schemas.microsoft.com/office/drawing/2014/main" id="{15DBDBAA-BF2F-70CA-A501-701F53B94016}"/>
              </a:ext>
            </a:extLst>
          </p:cNvPr>
          <p:cNvPicPr>
            <a:picLocks noChangeAspect="1"/>
          </p:cNvPicPr>
          <p:nvPr/>
        </p:nvPicPr>
        <p:blipFill>
          <a:blip r:embed="rId5"/>
          <a:stretch>
            <a:fillRect/>
          </a:stretch>
        </p:blipFill>
        <p:spPr>
          <a:xfrm>
            <a:off x="4399756" y="812410"/>
            <a:ext cx="4707073" cy="3012173"/>
          </a:xfrm>
          <a:prstGeom prst="rect">
            <a:avLst/>
          </a:prstGeom>
        </p:spPr>
      </p:pic>
    </p:spTree>
    <p:extLst>
      <p:ext uri="{BB962C8B-B14F-4D97-AF65-F5344CB8AC3E}">
        <p14:creationId xmlns:p14="http://schemas.microsoft.com/office/powerpoint/2010/main" val="552228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1656C0-14F7-3A3E-6CCB-134C6B2FFB69}"/>
              </a:ext>
            </a:extLst>
          </p:cNvPr>
          <p:cNvSpPr>
            <a:spLocks noGrp="1"/>
          </p:cNvSpPr>
          <p:nvPr>
            <p:ph type="title"/>
          </p:nvPr>
        </p:nvSpPr>
        <p:spPr>
          <a:xfrm>
            <a:off x="713224" y="569236"/>
            <a:ext cx="7717500" cy="572700"/>
          </a:xfrm>
        </p:spPr>
        <p:txBody>
          <a:bodyPr/>
          <a:lstStyle/>
          <a:p>
            <a:pPr marL="457200" indent="-457200">
              <a:buFont typeface="Arial" panose="020B0604020202020204" pitchFamily="34" charset="0"/>
              <a:buChar char="•"/>
            </a:pPr>
            <a:r>
              <a:rPr lang="fr-FR" sz="1800" dirty="0"/>
              <a:t>Evolution des ventes des consoles</a:t>
            </a:r>
          </a:p>
        </p:txBody>
      </p:sp>
      <p:pic>
        <p:nvPicPr>
          <p:cNvPr id="4" name="Image 3" descr="Une image contenant ligne, diagramme, Tracé, texte&#10;&#10;Le contenu généré par l’IA peut être incorrect.">
            <a:extLst>
              <a:ext uri="{FF2B5EF4-FFF2-40B4-BE49-F238E27FC236}">
                <a16:creationId xmlns:a16="http://schemas.microsoft.com/office/drawing/2014/main" id="{22CDB906-AF2D-5DF4-21E6-398104DE4B69}"/>
              </a:ext>
            </a:extLst>
          </p:cNvPr>
          <p:cNvPicPr>
            <a:picLocks noChangeAspect="1"/>
          </p:cNvPicPr>
          <p:nvPr/>
        </p:nvPicPr>
        <p:blipFill>
          <a:blip r:embed="rId2"/>
          <a:stretch>
            <a:fillRect/>
          </a:stretch>
        </p:blipFill>
        <p:spPr>
          <a:xfrm>
            <a:off x="2044119" y="1211046"/>
            <a:ext cx="6839905" cy="3658111"/>
          </a:xfrm>
          <a:prstGeom prst="rect">
            <a:avLst/>
          </a:prstGeom>
        </p:spPr>
      </p:pic>
    </p:spTree>
    <p:extLst>
      <p:ext uri="{BB962C8B-B14F-4D97-AF65-F5344CB8AC3E}">
        <p14:creationId xmlns:p14="http://schemas.microsoft.com/office/powerpoint/2010/main" val="2321102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795C23D-3B9E-E569-974E-6B55EFD7F62F}"/>
              </a:ext>
            </a:extLst>
          </p:cNvPr>
          <p:cNvSpPr>
            <a:spLocks noGrp="1"/>
          </p:cNvSpPr>
          <p:nvPr>
            <p:ph type="title"/>
          </p:nvPr>
        </p:nvSpPr>
        <p:spPr>
          <a:xfrm>
            <a:off x="470925" y="65501"/>
            <a:ext cx="8202150" cy="572700"/>
          </a:xfrm>
        </p:spPr>
        <p:txBody>
          <a:bodyPr/>
          <a:lstStyle/>
          <a:p>
            <a:r>
              <a:rPr lang="en" sz="3600" b="1" dirty="0"/>
              <a:t>Segments visés dans les sondages</a:t>
            </a:r>
            <a:endParaRPr lang="fr-FR" dirty="0"/>
          </a:p>
        </p:txBody>
      </p:sp>
      <p:pic>
        <p:nvPicPr>
          <p:cNvPr id="4" name="Image 3">
            <a:extLst>
              <a:ext uri="{FF2B5EF4-FFF2-40B4-BE49-F238E27FC236}">
                <a16:creationId xmlns:a16="http://schemas.microsoft.com/office/drawing/2014/main" id="{CE49B30C-DE5E-FD0B-7087-B561DDC949ED}"/>
              </a:ext>
            </a:extLst>
          </p:cNvPr>
          <p:cNvPicPr>
            <a:picLocks noChangeAspect="1"/>
          </p:cNvPicPr>
          <p:nvPr/>
        </p:nvPicPr>
        <p:blipFill>
          <a:blip r:embed="rId3"/>
          <a:stretch>
            <a:fillRect/>
          </a:stretch>
        </p:blipFill>
        <p:spPr>
          <a:xfrm>
            <a:off x="4862420" y="806653"/>
            <a:ext cx="3936195" cy="2225166"/>
          </a:xfrm>
          <a:prstGeom prst="rect">
            <a:avLst/>
          </a:prstGeom>
        </p:spPr>
      </p:pic>
      <p:pic>
        <p:nvPicPr>
          <p:cNvPr id="6" name="Image 5">
            <a:extLst>
              <a:ext uri="{FF2B5EF4-FFF2-40B4-BE49-F238E27FC236}">
                <a16:creationId xmlns:a16="http://schemas.microsoft.com/office/drawing/2014/main" id="{C3F9299C-E25B-92AA-7044-A85D31C706A4}"/>
              </a:ext>
            </a:extLst>
          </p:cNvPr>
          <p:cNvPicPr>
            <a:picLocks noChangeAspect="1"/>
          </p:cNvPicPr>
          <p:nvPr/>
        </p:nvPicPr>
        <p:blipFill>
          <a:blip r:embed="rId4"/>
          <a:stretch>
            <a:fillRect/>
          </a:stretch>
        </p:blipFill>
        <p:spPr>
          <a:xfrm>
            <a:off x="253492" y="806653"/>
            <a:ext cx="4541090" cy="2225166"/>
          </a:xfrm>
          <a:prstGeom prst="rect">
            <a:avLst/>
          </a:prstGeom>
        </p:spPr>
      </p:pic>
      <p:pic>
        <p:nvPicPr>
          <p:cNvPr id="8" name="Image 7">
            <a:extLst>
              <a:ext uri="{FF2B5EF4-FFF2-40B4-BE49-F238E27FC236}">
                <a16:creationId xmlns:a16="http://schemas.microsoft.com/office/drawing/2014/main" id="{19F1C610-B5F9-03EF-2457-E8EFCABFA705}"/>
              </a:ext>
            </a:extLst>
          </p:cNvPr>
          <p:cNvPicPr>
            <a:picLocks noChangeAspect="1"/>
          </p:cNvPicPr>
          <p:nvPr/>
        </p:nvPicPr>
        <p:blipFill>
          <a:blip r:embed="rId5"/>
          <a:stretch>
            <a:fillRect/>
          </a:stretch>
        </p:blipFill>
        <p:spPr>
          <a:xfrm>
            <a:off x="2383528" y="3061555"/>
            <a:ext cx="4822108" cy="2056714"/>
          </a:xfrm>
          <a:prstGeom prst="rect">
            <a:avLst/>
          </a:prstGeom>
        </p:spPr>
      </p:pic>
    </p:spTree>
    <p:extLst>
      <p:ext uri="{BB962C8B-B14F-4D97-AF65-F5344CB8AC3E}">
        <p14:creationId xmlns:p14="http://schemas.microsoft.com/office/powerpoint/2010/main" val="5357780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4EA861-CE58-3BE7-85E0-470631530817}"/>
              </a:ext>
            </a:extLst>
          </p:cNvPr>
          <p:cNvSpPr>
            <a:spLocks noGrp="1"/>
          </p:cNvSpPr>
          <p:nvPr>
            <p:ph type="title"/>
          </p:nvPr>
        </p:nvSpPr>
        <p:spPr>
          <a:xfrm>
            <a:off x="592979" y="0"/>
            <a:ext cx="7717500" cy="572700"/>
          </a:xfrm>
        </p:spPr>
        <p:txBody>
          <a:bodyPr/>
          <a:lstStyle/>
          <a:p>
            <a:r>
              <a:rPr lang="en" sz="2800" b="1" dirty="0"/>
              <a:t>Analyses du ou des segments (Géneral)</a:t>
            </a:r>
            <a:endParaRPr lang="fr-FR" sz="2800" dirty="0"/>
          </a:p>
        </p:txBody>
      </p:sp>
      <p:sp>
        <p:nvSpPr>
          <p:cNvPr id="3" name="ZoneTexte 2">
            <a:extLst>
              <a:ext uri="{FF2B5EF4-FFF2-40B4-BE49-F238E27FC236}">
                <a16:creationId xmlns:a16="http://schemas.microsoft.com/office/drawing/2014/main" id="{D1A90999-C8F3-899C-E243-297F0ADC6316}"/>
              </a:ext>
            </a:extLst>
          </p:cNvPr>
          <p:cNvSpPr txBox="1"/>
          <p:nvPr/>
        </p:nvSpPr>
        <p:spPr>
          <a:xfrm>
            <a:off x="95952" y="3350987"/>
            <a:ext cx="4119208" cy="1384995"/>
          </a:xfrm>
          <a:prstGeom prst="rect">
            <a:avLst/>
          </a:prstGeom>
          <a:noFill/>
        </p:spPr>
        <p:txBody>
          <a:bodyPr wrap="square" rtlCol="0">
            <a:spAutoFit/>
          </a:bodyPr>
          <a:lstStyle/>
          <a:p>
            <a:r>
              <a:rPr lang="fr-FR" b="1" i="1" u="sng" dirty="0">
                <a:solidFill>
                  <a:schemeClr val="bg1"/>
                </a:solidFill>
              </a:rPr>
              <a:t>Interprétation</a:t>
            </a:r>
            <a:r>
              <a:rPr lang="fr-FR" dirty="0">
                <a:solidFill>
                  <a:schemeClr val="bg1"/>
                </a:solidFill>
              </a:rPr>
              <a:t> : </a:t>
            </a:r>
          </a:p>
          <a:p>
            <a:r>
              <a:rPr lang="fr-FR" dirty="0">
                <a:solidFill>
                  <a:schemeClr val="bg1"/>
                </a:solidFill>
              </a:rPr>
              <a:t>	Nous constatons que le format digital est le plus utilisé. Le genre du jeu est le facteur qui influence le plus la décision d’achat, suivi par les avis et les notes. Enfin, le type de jeu le plus recherché est le multijoueur compétitif.</a:t>
            </a:r>
          </a:p>
        </p:txBody>
      </p:sp>
      <p:pic>
        <p:nvPicPr>
          <p:cNvPr id="5" name="Image 4" descr="Une image contenant texte, capture d’écran, Police, logo&#10;&#10;Le contenu généré par l’IA peut être incorrect.">
            <a:extLst>
              <a:ext uri="{FF2B5EF4-FFF2-40B4-BE49-F238E27FC236}">
                <a16:creationId xmlns:a16="http://schemas.microsoft.com/office/drawing/2014/main" id="{4FAC6976-AC26-C25D-87DF-523D04E25594}"/>
              </a:ext>
            </a:extLst>
          </p:cNvPr>
          <p:cNvPicPr>
            <a:picLocks noChangeAspect="1"/>
          </p:cNvPicPr>
          <p:nvPr/>
        </p:nvPicPr>
        <p:blipFill>
          <a:blip r:embed="rId2"/>
          <a:stretch>
            <a:fillRect/>
          </a:stretch>
        </p:blipFill>
        <p:spPr>
          <a:xfrm>
            <a:off x="95952" y="651974"/>
            <a:ext cx="4119209" cy="2455500"/>
          </a:xfrm>
          <a:prstGeom prst="rect">
            <a:avLst/>
          </a:prstGeom>
        </p:spPr>
      </p:pic>
      <p:pic>
        <p:nvPicPr>
          <p:cNvPr id="7" name="Image 6" descr="Une image contenant texte, capture d’écran, diagramme, Police&#10;&#10;Le contenu généré par l’IA peut être incorrect.">
            <a:extLst>
              <a:ext uri="{FF2B5EF4-FFF2-40B4-BE49-F238E27FC236}">
                <a16:creationId xmlns:a16="http://schemas.microsoft.com/office/drawing/2014/main" id="{4320E808-C669-8BFD-D167-B9B7709EFAA5}"/>
              </a:ext>
            </a:extLst>
          </p:cNvPr>
          <p:cNvPicPr>
            <a:picLocks noChangeAspect="1"/>
          </p:cNvPicPr>
          <p:nvPr/>
        </p:nvPicPr>
        <p:blipFill>
          <a:blip r:embed="rId3"/>
          <a:stretch>
            <a:fillRect/>
          </a:stretch>
        </p:blipFill>
        <p:spPr>
          <a:xfrm>
            <a:off x="4267200" y="651973"/>
            <a:ext cx="4840321" cy="2455500"/>
          </a:xfrm>
          <a:prstGeom prst="rect">
            <a:avLst/>
          </a:prstGeom>
        </p:spPr>
      </p:pic>
      <p:pic>
        <p:nvPicPr>
          <p:cNvPr id="9" name="Image 8" descr="Une image contenant texte, capture d’écran, Police, diagramme&#10;&#10;Le contenu généré par l’IA peut être incorrect.">
            <a:extLst>
              <a:ext uri="{FF2B5EF4-FFF2-40B4-BE49-F238E27FC236}">
                <a16:creationId xmlns:a16="http://schemas.microsoft.com/office/drawing/2014/main" id="{5B551591-D579-50F1-AED3-7363EA2DFC73}"/>
              </a:ext>
            </a:extLst>
          </p:cNvPr>
          <p:cNvPicPr>
            <a:picLocks noChangeAspect="1"/>
          </p:cNvPicPr>
          <p:nvPr/>
        </p:nvPicPr>
        <p:blipFill>
          <a:blip r:embed="rId4"/>
          <a:stretch>
            <a:fillRect/>
          </a:stretch>
        </p:blipFill>
        <p:spPr>
          <a:xfrm>
            <a:off x="4267200" y="3157010"/>
            <a:ext cx="4840321" cy="1956754"/>
          </a:xfrm>
          <a:prstGeom prst="rect">
            <a:avLst/>
          </a:prstGeom>
        </p:spPr>
      </p:pic>
    </p:spTree>
    <p:extLst>
      <p:ext uri="{BB962C8B-B14F-4D97-AF65-F5344CB8AC3E}">
        <p14:creationId xmlns:p14="http://schemas.microsoft.com/office/powerpoint/2010/main" val="2050550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31"/>
        <p:cNvGrpSpPr/>
        <p:nvPr/>
      </p:nvGrpSpPr>
      <p:grpSpPr>
        <a:xfrm>
          <a:off x="0" y="0"/>
          <a:ext cx="0" cy="0"/>
          <a:chOff x="0" y="0"/>
          <a:chExt cx="0" cy="0"/>
        </a:xfrm>
      </p:grpSpPr>
      <p:sp>
        <p:nvSpPr>
          <p:cNvPr id="2332" name="Google Shape;2332;p11"/>
          <p:cNvSpPr txBox="1">
            <a:spLocks noGrp="1"/>
          </p:cNvSpPr>
          <p:nvPr>
            <p:ph type="title"/>
          </p:nvPr>
        </p:nvSpPr>
        <p:spPr>
          <a:xfrm>
            <a:off x="5449425" y="1593575"/>
            <a:ext cx="2998800" cy="1402500"/>
          </a:xfrm>
          <a:prstGeom prst="rect">
            <a:avLst/>
          </a:prstGeom>
          <a:noFill/>
          <a:ln>
            <a:noFill/>
          </a:ln>
        </p:spPr>
        <p:txBody>
          <a:bodyPr spcFirstLastPara="1" wrap="square" lIns="91425" tIns="91425" rIns="91425" bIns="91425" anchor="ctr" anchorCtr="0">
            <a:noAutofit/>
          </a:bodyPr>
          <a:lstStyle/>
          <a:p>
            <a:pPr lvl="0"/>
            <a:r>
              <a:rPr lang="fr-FR" sz="3200" b="1" dirty="0"/>
              <a:t>Tendances futures des ventes</a:t>
            </a:r>
            <a:endParaRPr dirty="0"/>
          </a:p>
        </p:txBody>
      </p:sp>
      <p:sp>
        <p:nvSpPr>
          <p:cNvPr id="2333" name="Google Shape;2333;p11"/>
          <p:cNvSpPr txBox="1">
            <a:spLocks noGrp="1"/>
          </p:cNvSpPr>
          <p:nvPr>
            <p:ph type="title" idx="2"/>
          </p:nvPr>
        </p:nvSpPr>
        <p:spPr>
          <a:xfrm>
            <a:off x="3377825" y="1593575"/>
            <a:ext cx="2015700" cy="14025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2000"/>
              <a:buNone/>
            </a:pPr>
            <a:r>
              <a:rPr lang="en" sz="10000" dirty="0"/>
              <a:t>06</a:t>
            </a:r>
            <a:endParaRPr sz="10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37"/>
        <p:cNvGrpSpPr/>
        <p:nvPr/>
      </p:nvGrpSpPr>
      <p:grpSpPr>
        <a:xfrm>
          <a:off x="0" y="0"/>
          <a:ext cx="0" cy="0"/>
          <a:chOff x="0" y="0"/>
          <a:chExt cx="0" cy="0"/>
        </a:xfrm>
      </p:grpSpPr>
      <p:sp>
        <p:nvSpPr>
          <p:cNvPr id="2338" name="Google Shape;2338;p12"/>
          <p:cNvSpPr txBox="1">
            <a:spLocks noGrp="1"/>
          </p:cNvSpPr>
          <p:nvPr>
            <p:ph type="title"/>
          </p:nvPr>
        </p:nvSpPr>
        <p:spPr>
          <a:xfrm>
            <a:off x="509243" y="243903"/>
            <a:ext cx="7717500" cy="572700"/>
          </a:xfrm>
        </p:spPr>
        <p:txBody>
          <a:bodyPr spcFirstLastPara="1" wrap="square" lIns="91425" tIns="91425" rIns="91425" bIns="91425" anchor="ctr" anchorCtr="0">
            <a:normAutofit/>
          </a:bodyPr>
          <a:lstStyle/>
          <a:p>
            <a:pPr marL="0" lvl="0" indent="0" rtl="0">
              <a:lnSpc>
                <a:spcPct val="90000"/>
              </a:lnSpc>
              <a:spcBef>
                <a:spcPts val="0"/>
              </a:spcBef>
              <a:spcAft>
                <a:spcPts val="0"/>
              </a:spcAft>
              <a:buSzPts val="3300"/>
              <a:buNone/>
            </a:pPr>
            <a:r>
              <a:rPr lang="fr-FR" sz="2800" b="1" dirty="0"/>
              <a:t>Tendances futures des ventes</a:t>
            </a:r>
          </a:p>
        </p:txBody>
      </p:sp>
      <p:pic>
        <p:nvPicPr>
          <p:cNvPr id="4" name="Image 3" descr="Une image contenant ligne, Tracé, diagramme, texte&#10;&#10;Le contenu généré par l’IA peut être incorrect.">
            <a:extLst>
              <a:ext uri="{FF2B5EF4-FFF2-40B4-BE49-F238E27FC236}">
                <a16:creationId xmlns:a16="http://schemas.microsoft.com/office/drawing/2014/main" id="{A966BF59-17CA-AD7A-F546-A7871A12F8E3}"/>
              </a:ext>
            </a:extLst>
          </p:cNvPr>
          <p:cNvPicPr>
            <a:picLocks noChangeAspect="1"/>
          </p:cNvPicPr>
          <p:nvPr/>
        </p:nvPicPr>
        <p:blipFill>
          <a:blip r:embed="rId3"/>
          <a:stretch>
            <a:fillRect/>
          </a:stretch>
        </p:blipFill>
        <p:spPr>
          <a:xfrm>
            <a:off x="1962528" y="1120944"/>
            <a:ext cx="6906409" cy="361460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55"/>
        <p:cNvGrpSpPr/>
        <p:nvPr/>
      </p:nvGrpSpPr>
      <p:grpSpPr>
        <a:xfrm>
          <a:off x="0" y="0"/>
          <a:ext cx="0" cy="0"/>
          <a:chOff x="0" y="0"/>
          <a:chExt cx="0" cy="0"/>
        </a:xfrm>
      </p:grpSpPr>
      <p:sp>
        <p:nvSpPr>
          <p:cNvPr id="2356" name="Google Shape;2356;p15"/>
          <p:cNvSpPr txBox="1">
            <a:spLocks noGrp="1"/>
          </p:cNvSpPr>
          <p:nvPr>
            <p:ph type="title"/>
          </p:nvPr>
        </p:nvSpPr>
        <p:spPr>
          <a:xfrm>
            <a:off x="5449425" y="1593575"/>
            <a:ext cx="3461700" cy="1402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200"/>
              <a:buNone/>
            </a:pPr>
            <a:r>
              <a:rPr lang="en" sz="2800"/>
              <a:t>Recommandations stratégiques</a:t>
            </a:r>
            <a:endParaRPr/>
          </a:p>
        </p:txBody>
      </p:sp>
      <p:sp>
        <p:nvSpPr>
          <p:cNvPr id="2357" name="Google Shape;2357;p15"/>
          <p:cNvSpPr txBox="1">
            <a:spLocks noGrp="1"/>
          </p:cNvSpPr>
          <p:nvPr>
            <p:ph type="title" idx="2"/>
          </p:nvPr>
        </p:nvSpPr>
        <p:spPr>
          <a:xfrm>
            <a:off x="3377825" y="1593575"/>
            <a:ext cx="2015700" cy="14025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2000"/>
              <a:buNone/>
            </a:pPr>
            <a:r>
              <a:rPr lang="en" sz="10000" dirty="0"/>
              <a:t>07</a:t>
            </a:r>
            <a:endParaRPr sz="10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61"/>
        <p:cNvGrpSpPr/>
        <p:nvPr/>
      </p:nvGrpSpPr>
      <p:grpSpPr>
        <a:xfrm>
          <a:off x="0" y="0"/>
          <a:ext cx="0" cy="0"/>
          <a:chOff x="0" y="0"/>
          <a:chExt cx="0" cy="0"/>
        </a:xfrm>
      </p:grpSpPr>
      <p:sp>
        <p:nvSpPr>
          <p:cNvPr id="2362" name="Google Shape;2362;p16"/>
          <p:cNvSpPr txBox="1">
            <a:spLocks noGrp="1"/>
          </p:cNvSpPr>
          <p:nvPr>
            <p:ph type="title"/>
          </p:nvPr>
        </p:nvSpPr>
        <p:spPr>
          <a:xfrm>
            <a:off x="492270" y="0"/>
            <a:ext cx="77175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300"/>
              <a:buNone/>
            </a:pPr>
            <a:r>
              <a:rPr lang="en" b="1" dirty="0"/>
              <a:t>Recommendations</a:t>
            </a:r>
            <a:endParaRPr b="1" dirty="0"/>
          </a:p>
        </p:txBody>
      </p:sp>
      <p:sp>
        <p:nvSpPr>
          <p:cNvPr id="3" name="Rectangle 2">
            <a:extLst>
              <a:ext uri="{FF2B5EF4-FFF2-40B4-BE49-F238E27FC236}">
                <a16:creationId xmlns:a16="http://schemas.microsoft.com/office/drawing/2014/main" id="{B70AC461-5243-019C-7F32-C215D0BD2E38}"/>
              </a:ext>
            </a:extLst>
          </p:cNvPr>
          <p:cNvSpPr>
            <a:spLocks noChangeArrowheads="1"/>
          </p:cNvSpPr>
          <p:nvPr/>
        </p:nvSpPr>
        <p:spPr bwMode="auto">
          <a:xfrm flipV="1">
            <a:off x="-414997" y="2774193"/>
            <a:ext cx="80909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ClrTx/>
              <a:buFontTx/>
              <a:buChar char="•"/>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8" name="ZoneTexte 7">
            <a:extLst>
              <a:ext uri="{FF2B5EF4-FFF2-40B4-BE49-F238E27FC236}">
                <a16:creationId xmlns:a16="http://schemas.microsoft.com/office/drawing/2014/main" id="{A1B47458-C6EC-4C7C-B881-A4779B2E14D3}"/>
              </a:ext>
            </a:extLst>
          </p:cNvPr>
          <p:cNvSpPr txBox="1"/>
          <p:nvPr/>
        </p:nvSpPr>
        <p:spPr>
          <a:xfrm>
            <a:off x="1734650" y="865406"/>
            <a:ext cx="7409350" cy="4278094"/>
          </a:xfrm>
          <a:prstGeom prst="rect">
            <a:avLst/>
          </a:prstGeom>
          <a:noFill/>
        </p:spPr>
        <p:txBody>
          <a:bodyPr wrap="square" rtlCol="0">
            <a:spAutoFit/>
          </a:bodyPr>
          <a:lstStyle/>
          <a:p>
            <a:pPr marL="285750" lvl="0" indent="-285750" eaLnBrk="0" fontAlgn="base" hangingPunct="0">
              <a:spcBef>
                <a:spcPct val="0"/>
              </a:spcBef>
              <a:spcAft>
                <a:spcPct val="0"/>
              </a:spcAft>
              <a:buClrTx/>
              <a:buFont typeface="Wingdings" panose="05000000000000000000" pitchFamily="2" charset="2"/>
              <a:buChar char="q"/>
            </a:pPr>
            <a:r>
              <a:rPr lang="fr-FR" altLang="fr-FR" sz="1600" b="1" dirty="0">
                <a:solidFill>
                  <a:schemeClr val="bg1"/>
                </a:solidFill>
                <a:latin typeface="Arial" panose="020B0604020202020204" pitchFamily="34" charset="0"/>
              </a:rPr>
              <a:t>Cibler un jeu d’action-aventure</a:t>
            </a:r>
            <a:r>
              <a:rPr lang="fr-FR" altLang="fr-FR" sz="1600" dirty="0">
                <a:solidFill>
                  <a:schemeClr val="bg1"/>
                </a:solidFill>
                <a:latin typeface="Arial" panose="020B0604020202020204" pitchFamily="34" charset="0"/>
              </a:rPr>
              <a:t> avec une forte composante </a:t>
            </a:r>
            <a:r>
              <a:rPr lang="fr-FR" altLang="fr-FR" sz="1600" b="1" dirty="0">
                <a:solidFill>
                  <a:schemeClr val="bg1"/>
                </a:solidFill>
                <a:latin typeface="Arial" panose="020B0604020202020204" pitchFamily="34" charset="0"/>
              </a:rPr>
              <a:t>multijoueur compétitif</a:t>
            </a:r>
            <a:r>
              <a:rPr lang="fr-FR" altLang="fr-FR" sz="1600" dirty="0">
                <a:solidFill>
                  <a:schemeClr val="bg1"/>
                </a:solidFill>
                <a:latin typeface="Arial" panose="020B0604020202020204" pitchFamily="34" charset="0"/>
              </a:rPr>
              <a:t>, car c’est le segment le plus dominant et le plus recherché.</a:t>
            </a:r>
          </a:p>
          <a:p>
            <a:pPr lvl="0" eaLnBrk="0" fontAlgn="base" hangingPunct="0">
              <a:spcBef>
                <a:spcPct val="0"/>
              </a:spcBef>
              <a:spcAft>
                <a:spcPct val="0"/>
              </a:spcAft>
              <a:buClrTx/>
            </a:pPr>
            <a:endParaRPr lang="fr-FR" altLang="fr-FR" sz="1600" dirty="0">
              <a:solidFill>
                <a:schemeClr val="bg1"/>
              </a:solidFill>
              <a:latin typeface="Arial" panose="020B0604020202020204" pitchFamily="34" charset="0"/>
            </a:endParaRPr>
          </a:p>
          <a:p>
            <a:pPr marL="285750" lvl="0" indent="-285750" eaLnBrk="0" fontAlgn="base" hangingPunct="0">
              <a:spcBef>
                <a:spcPct val="0"/>
              </a:spcBef>
              <a:spcAft>
                <a:spcPct val="0"/>
              </a:spcAft>
              <a:buClrTx/>
              <a:buFont typeface="Wingdings" panose="05000000000000000000" pitchFamily="2" charset="2"/>
              <a:buChar char="q"/>
            </a:pPr>
            <a:r>
              <a:rPr lang="fr-FR" altLang="fr-FR" sz="1600" b="1" dirty="0">
                <a:solidFill>
                  <a:schemeClr val="bg1"/>
                </a:solidFill>
                <a:latin typeface="Arial" panose="020B0604020202020204" pitchFamily="34" charset="0"/>
              </a:rPr>
              <a:t>Prioriser le format digital</a:t>
            </a:r>
            <a:r>
              <a:rPr lang="fr-FR" altLang="fr-FR" sz="1600" dirty="0">
                <a:solidFill>
                  <a:schemeClr val="bg1"/>
                </a:solidFill>
                <a:latin typeface="Arial" panose="020B0604020202020204" pitchFamily="34" charset="0"/>
              </a:rPr>
              <a:t>, plus utilisé et plus adapté aux mises à jour.</a:t>
            </a:r>
          </a:p>
          <a:p>
            <a:pPr lvl="0" eaLnBrk="0" fontAlgn="base" hangingPunct="0">
              <a:spcBef>
                <a:spcPct val="0"/>
              </a:spcBef>
              <a:spcAft>
                <a:spcPct val="0"/>
              </a:spcAft>
              <a:buClrTx/>
            </a:pPr>
            <a:endParaRPr lang="fr-FR" altLang="fr-FR" sz="1600" dirty="0">
              <a:solidFill>
                <a:schemeClr val="bg1"/>
              </a:solidFill>
              <a:latin typeface="Arial" panose="020B0604020202020204" pitchFamily="34" charset="0"/>
            </a:endParaRPr>
          </a:p>
          <a:p>
            <a:pPr marL="285750" lvl="0" indent="-285750" eaLnBrk="0" fontAlgn="base" hangingPunct="0">
              <a:spcBef>
                <a:spcPct val="0"/>
              </a:spcBef>
              <a:spcAft>
                <a:spcPct val="0"/>
              </a:spcAft>
              <a:buClrTx/>
              <a:buFont typeface="Wingdings" panose="05000000000000000000" pitchFamily="2" charset="2"/>
              <a:buChar char="q"/>
            </a:pPr>
            <a:r>
              <a:rPr lang="fr-FR" altLang="fr-FR" sz="1600" b="1" dirty="0">
                <a:solidFill>
                  <a:schemeClr val="bg1"/>
                </a:solidFill>
                <a:latin typeface="Arial" panose="020B0604020202020204" pitchFamily="34" charset="0"/>
              </a:rPr>
              <a:t>Développer en priorité sur PC et PlayStation</a:t>
            </a:r>
            <a:r>
              <a:rPr lang="fr-FR" altLang="fr-FR" sz="1600" dirty="0">
                <a:solidFill>
                  <a:schemeClr val="bg1"/>
                </a:solidFill>
                <a:latin typeface="Arial" panose="020B0604020202020204" pitchFamily="34" charset="0"/>
              </a:rPr>
              <a:t>, avec une réflexion à moyen terme pour le mobile (cross-platform si possible).</a:t>
            </a:r>
          </a:p>
          <a:p>
            <a:pPr lvl="0" eaLnBrk="0" fontAlgn="base" hangingPunct="0">
              <a:spcBef>
                <a:spcPct val="0"/>
              </a:spcBef>
              <a:spcAft>
                <a:spcPct val="0"/>
              </a:spcAft>
              <a:buClrTx/>
            </a:pPr>
            <a:endParaRPr lang="fr-FR" altLang="fr-FR" sz="1600" dirty="0">
              <a:solidFill>
                <a:schemeClr val="bg1"/>
              </a:solidFill>
              <a:latin typeface="Arial" panose="020B0604020202020204" pitchFamily="34" charset="0"/>
            </a:endParaRPr>
          </a:p>
          <a:p>
            <a:pPr marL="285750" lvl="0" indent="-285750" eaLnBrk="0" fontAlgn="base" hangingPunct="0">
              <a:spcBef>
                <a:spcPct val="0"/>
              </a:spcBef>
              <a:spcAft>
                <a:spcPct val="0"/>
              </a:spcAft>
              <a:buClrTx/>
              <a:buFont typeface="Wingdings" panose="05000000000000000000" pitchFamily="2" charset="2"/>
              <a:buChar char="q"/>
            </a:pPr>
            <a:r>
              <a:rPr lang="fr-FR" altLang="fr-FR" sz="1600" b="1" dirty="0">
                <a:solidFill>
                  <a:schemeClr val="bg1"/>
                </a:solidFill>
                <a:latin typeface="Arial" panose="020B0604020202020204" pitchFamily="34" charset="0"/>
              </a:rPr>
              <a:t>Soigner le genre et le gameplay</a:t>
            </a:r>
            <a:r>
              <a:rPr lang="fr-FR" altLang="fr-FR" sz="1600" dirty="0">
                <a:solidFill>
                  <a:schemeClr val="bg1"/>
                </a:solidFill>
                <a:latin typeface="Arial" panose="020B0604020202020204" pitchFamily="34" charset="0"/>
              </a:rPr>
              <a:t>, car ce sont les principaux leviers de décision d’achat avant les notes et avis.</a:t>
            </a:r>
          </a:p>
          <a:p>
            <a:pPr lvl="0" eaLnBrk="0" fontAlgn="base" hangingPunct="0">
              <a:spcBef>
                <a:spcPct val="0"/>
              </a:spcBef>
              <a:spcAft>
                <a:spcPct val="0"/>
              </a:spcAft>
              <a:buClrTx/>
            </a:pPr>
            <a:endParaRPr lang="fr-FR" altLang="fr-FR" sz="1600" dirty="0">
              <a:solidFill>
                <a:schemeClr val="bg1"/>
              </a:solidFill>
              <a:latin typeface="Arial" panose="020B0604020202020204" pitchFamily="34" charset="0"/>
            </a:endParaRPr>
          </a:p>
          <a:p>
            <a:pPr marL="285750" lvl="0" indent="-285750" eaLnBrk="0" fontAlgn="base" hangingPunct="0">
              <a:spcBef>
                <a:spcPct val="0"/>
              </a:spcBef>
              <a:spcAft>
                <a:spcPct val="0"/>
              </a:spcAft>
              <a:buClrTx/>
              <a:buFont typeface="Wingdings" panose="05000000000000000000" pitchFamily="2" charset="2"/>
              <a:buChar char="q"/>
            </a:pPr>
            <a:r>
              <a:rPr lang="fr-FR" altLang="fr-FR" sz="1600" b="1" dirty="0">
                <a:solidFill>
                  <a:schemeClr val="bg1"/>
                </a:solidFill>
                <a:latin typeface="Arial" panose="020B0604020202020204" pitchFamily="34" charset="0"/>
              </a:rPr>
              <a:t>Investir dans la qualité et l’expérience joueur</a:t>
            </a:r>
            <a:r>
              <a:rPr lang="fr-FR" altLang="fr-FR" sz="1600" dirty="0">
                <a:solidFill>
                  <a:schemeClr val="bg1"/>
                </a:solidFill>
                <a:latin typeface="Arial" panose="020B0604020202020204" pitchFamily="34" charset="0"/>
              </a:rPr>
              <a:t> pour maximiser les avis positifs, qui influencent directement les ventes.</a:t>
            </a:r>
          </a:p>
          <a:p>
            <a:pPr lvl="0" eaLnBrk="0" fontAlgn="base" hangingPunct="0">
              <a:spcBef>
                <a:spcPct val="0"/>
              </a:spcBef>
              <a:spcAft>
                <a:spcPct val="0"/>
              </a:spcAft>
              <a:buClrTx/>
            </a:pPr>
            <a:endParaRPr lang="fr-FR" altLang="fr-FR" sz="1600" dirty="0">
              <a:solidFill>
                <a:schemeClr val="bg1"/>
              </a:solidFill>
              <a:latin typeface="Arial" panose="020B0604020202020204" pitchFamily="34" charset="0"/>
            </a:endParaRPr>
          </a:p>
          <a:p>
            <a:pPr marL="285750" lvl="0" indent="-285750" eaLnBrk="0" fontAlgn="base" hangingPunct="0">
              <a:spcBef>
                <a:spcPct val="0"/>
              </a:spcBef>
              <a:spcAft>
                <a:spcPct val="0"/>
              </a:spcAft>
              <a:buClrTx/>
              <a:buFont typeface="Wingdings" panose="05000000000000000000" pitchFamily="2" charset="2"/>
              <a:buChar char="q"/>
            </a:pPr>
            <a:r>
              <a:rPr lang="fr-FR" altLang="fr-FR" sz="1600" b="1" dirty="0">
                <a:solidFill>
                  <a:schemeClr val="bg1"/>
                </a:solidFill>
                <a:latin typeface="Arial" panose="020B0604020202020204" pitchFamily="34" charset="0"/>
              </a:rPr>
              <a:t>Construire un écosystème autour du jeu</a:t>
            </a:r>
            <a:r>
              <a:rPr lang="fr-FR" altLang="fr-FR" sz="1600" dirty="0">
                <a:solidFill>
                  <a:schemeClr val="bg1"/>
                </a:solidFill>
                <a:latin typeface="Arial" panose="020B0604020202020204" pitchFamily="34" charset="0"/>
              </a:rPr>
              <a:t> (communauté, influenceurs, événements) pour renforcer l’engagement et la durée de vie du jeu.</a:t>
            </a:r>
          </a:p>
          <a:p>
            <a:endParaRPr lang="fr-FR" sz="1600" dirty="0">
              <a:solidFill>
                <a:schemeClr val="bg1"/>
              </a:solidFill>
            </a:endParaRPr>
          </a:p>
        </p:txBody>
      </p:sp>
    </p:spTree>
  </p:cSld>
  <p:clrMapOvr>
    <a:masterClrMapping/>
  </p:clrMapOvr>
</p:sld>
</file>

<file path=ppt/theme/theme1.xml><?xml version="1.0" encoding="utf-8"?>
<a:theme xmlns:a="http://schemas.openxmlformats.org/drawingml/2006/main" name="Big Data Science Consulting Toolkit by Slidesgo">
  <a:themeElements>
    <a:clrScheme name="Simple Light">
      <a:dk1>
        <a:srgbClr val="351C75"/>
      </a:dk1>
      <a:lt1>
        <a:srgbClr val="FFFFFF"/>
      </a:lt1>
      <a:dk2>
        <a:srgbClr val="674EA7"/>
      </a:dk2>
      <a:lt2>
        <a:srgbClr val="FFFFFF"/>
      </a:lt2>
      <a:accent1>
        <a:srgbClr val="00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741</TotalTime>
  <Words>641</Words>
  <Application>Microsoft Office PowerPoint</Application>
  <PresentationFormat>Affichage à l'écran (16:9)</PresentationFormat>
  <Paragraphs>108</Paragraphs>
  <Slides>20</Slides>
  <Notes>18</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20</vt:i4>
      </vt:variant>
    </vt:vector>
  </HeadingPairs>
  <TitlesOfParts>
    <vt:vector size="28" baseType="lpstr">
      <vt:lpstr>Space Grotesk Light</vt:lpstr>
      <vt:lpstr>Arial</vt:lpstr>
      <vt:lpstr>Dosis</vt:lpstr>
      <vt:lpstr>Space Grotesk Medium</vt:lpstr>
      <vt:lpstr>Wingdings</vt:lpstr>
      <vt:lpstr>Space Grotesk</vt:lpstr>
      <vt:lpstr>Montserrat</vt:lpstr>
      <vt:lpstr>Big Data Science Consulting Toolkit by Slidesgo</vt:lpstr>
      <vt:lpstr>Projet 10 : Analysez une demande business et identifiez les segments du marché les plus pertinents pour votre client </vt:lpstr>
      <vt:lpstr>Sommaire</vt:lpstr>
      <vt:lpstr>Le contexte</vt:lpstr>
      <vt:lpstr>Définir le contexte</vt:lpstr>
      <vt:lpstr>La matrice SWOT</vt:lpstr>
      <vt:lpstr>Matrice SWOT</vt:lpstr>
      <vt:lpstr>La matrice PESTEL</vt:lpstr>
      <vt:lpstr>Environmental</vt:lpstr>
      <vt:lpstr>Analyses des tendances actuelles</vt:lpstr>
      <vt:lpstr>Tendances actuelles</vt:lpstr>
      <vt:lpstr>Analyses du ou des segment(s)</vt:lpstr>
      <vt:lpstr>Analyses du ou des segments (Genre)</vt:lpstr>
      <vt:lpstr>Analyses du ou des segments (Platforme)</vt:lpstr>
      <vt:lpstr>Evolution des ventes des consoles</vt:lpstr>
      <vt:lpstr>Segments visés dans les sondages</vt:lpstr>
      <vt:lpstr>Analyses du ou des segments (Géneral)</vt:lpstr>
      <vt:lpstr>Tendances futures des ventes</vt:lpstr>
      <vt:lpstr>Tendances futures des ventes</vt:lpstr>
      <vt:lpstr>Recommandations stratégiques</vt:lpstr>
      <vt:lpstr>Recommendations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Jeremy</dc:creator>
  <cp:lastModifiedBy>Noura OUSFIA</cp:lastModifiedBy>
  <cp:revision>15</cp:revision>
  <dcterms:modified xsi:type="dcterms:W3CDTF">2026-01-18T11:50:46Z</dcterms:modified>
</cp:coreProperties>
</file>